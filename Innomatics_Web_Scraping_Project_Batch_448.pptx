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7" r:id="rId4"/>
    <p:sldId id="299" r:id="rId5"/>
    <p:sldId id="279" r:id="rId6"/>
    <p:sldId id="300" r:id="rId7"/>
    <p:sldId id="284" r:id="rId8"/>
    <p:sldId id="301" r:id="rId9"/>
    <p:sldId id="290" r:id="rId10"/>
    <p:sldId id="304" r:id="rId11"/>
    <p:sldId id="305" r:id="rId12"/>
    <p:sldId id="306" r:id="rId13"/>
    <p:sldId id="307" r:id="rId14"/>
    <p:sldId id="296" r:id="rId15"/>
    <p:sldId id="308" r:id="rId16"/>
    <p:sldId id="309" r:id="rId17"/>
    <p:sldId id="310" r:id="rId18"/>
    <p:sldId id="311" r:id="rId19"/>
    <p:sldId id="303" r:id="rId20"/>
    <p:sldId id="261" r:id="rId21"/>
    <p:sldId id="264" r:id="rId22"/>
    <p:sldId id="266" r:id="rId23"/>
    <p:sldId id="259" r:id="rId24"/>
  </p:sldIdLst>
  <p:sldSz cx="12192000" cy="6858000"/>
  <p:notesSz cx="6858000" cy="9144000"/>
  <p:embeddedFontLst>
    <p:embeddedFont>
      <p:font typeface="Lato Black" panose="020F0502020204030203" pitchFamily="34" charset="0"/>
      <p:bold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59CBA-DE03-4AC7-92EE-3B5CE1B11F59}" v="23" dt="2026-02-16T10:40:56.446"/>
    <p1510:client id="{5FF4CCEC-0B4D-4265-8931-BAE062377CF0}" v="78" dt="2026-02-15T18:41:35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98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krishnakondeti06@gmail.com" userId="5fb9829951a3af84" providerId="LiveId" clId="{EEAA1889-91E3-44A1-AA84-516C49A19054}"/>
    <pc:docChg chg="undo custSel addSld delSld modSld modMainMaster">
      <pc:chgData name="ramakrishnakondeti06@gmail.com" userId="5fb9829951a3af84" providerId="LiveId" clId="{EEAA1889-91E3-44A1-AA84-516C49A19054}" dt="2026-02-16T10:53:08.107" v="10386" actId="47"/>
      <pc:docMkLst>
        <pc:docMk/>
      </pc:docMkLst>
      <pc:sldChg chg="modSp mod">
        <pc:chgData name="ramakrishnakondeti06@gmail.com" userId="5fb9829951a3af84" providerId="LiveId" clId="{EEAA1889-91E3-44A1-AA84-516C49A19054}" dt="2026-02-15T18:51:52.742" v="9350" actId="20577"/>
        <pc:sldMkLst>
          <pc:docMk/>
          <pc:sldMk cId="0" sldId="256"/>
        </pc:sldMkLst>
        <pc:spChg chg="mod">
          <ac:chgData name="ramakrishnakondeti06@gmail.com" userId="5fb9829951a3af84" providerId="LiveId" clId="{EEAA1889-91E3-44A1-AA84-516C49A19054}" dt="2026-02-15T18:51:52.742" v="9350" actId="20577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ramakrishnakondeti06@gmail.com" userId="5fb9829951a3af84" providerId="LiveId" clId="{EEAA1889-91E3-44A1-AA84-516C49A19054}" dt="2026-02-03T13:30:48.439" v="3725" actId="1036"/>
          <ac:picMkLst>
            <pc:docMk/>
            <pc:sldMk cId="0" sldId="256"/>
            <ac:picMk id="98" creationId="{00000000-0000-0000-0000-000000000000}"/>
          </ac:picMkLst>
        </pc:picChg>
      </pc:sldChg>
      <pc:sldChg chg="addSp delSp modSp mod modAnim">
        <pc:chgData name="ramakrishnakondeti06@gmail.com" userId="5fb9829951a3af84" providerId="LiveId" clId="{EEAA1889-91E3-44A1-AA84-516C49A19054}" dt="2026-02-03T13:32:35.494" v="3790" actId="1036"/>
        <pc:sldMkLst>
          <pc:docMk/>
          <pc:sldMk cId="0" sldId="257"/>
        </pc:sldMkLst>
        <pc:spChg chg="mod">
          <ac:chgData name="ramakrishnakondeti06@gmail.com" userId="5fb9829951a3af84" providerId="LiveId" clId="{EEAA1889-91E3-44A1-AA84-516C49A19054}" dt="2026-02-03T13:32:35.494" v="3790" actId="1036"/>
          <ac:spMkLst>
            <pc:docMk/>
            <pc:sldMk cId="0" sldId="257"/>
            <ac:spMk id="104" creationId="{00000000-0000-0000-0000-000000000000}"/>
          </ac:spMkLst>
        </pc:spChg>
      </pc:sldChg>
      <pc:sldChg chg="addSp delSp modSp new mod modClrScheme chgLayout">
        <pc:chgData name="ramakrishnakondeti06@gmail.com" userId="5fb9829951a3af84" providerId="LiveId" clId="{EEAA1889-91E3-44A1-AA84-516C49A19054}" dt="2026-02-15T18:25:39.435" v="9171" actId="20577"/>
        <pc:sldMkLst>
          <pc:docMk/>
          <pc:sldMk cId="3294856693" sldId="261"/>
        </pc:sldMkLst>
        <pc:spChg chg="mod ord">
          <ac:chgData name="ramakrishnakondeti06@gmail.com" userId="5fb9829951a3af84" providerId="LiveId" clId="{EEAA1889-91E3-44A1-AA84-516C49A19054}" dt="2026-02-15T18:12:28.103" v="8862" actId="27636"/>
          <ac:spMkLst>
            <pc:docMk/>
            <pc:sldMk cId="3294856693" sldId="261"/>
            <ac:spMk id="2" creationId="{7C6BC8D6-3A50-CE1D-F540-6B82441A8DE7}"/>
          </ac:spMkLst>
        </pc:spChg>
        <pc:spChg chg="add">
          <ac:chgData name="ramakrishnakondeti06@gmail.com" userId="5fb9829951a3af84" providerId="LiveId" clId="{EEAA1889-91E3-44A1-AA84-516C49A19054}" dt="2026-02-15T18:11:00.536" v="8849"/>
          <ac:spMkLst>
            <pc:docMk/>
            <pc:sldMk cId="3294856693" sldId="261"/>
            <ac:spMk id="3" creationId="{CBEC87C5-AEF6-0D67-3333-429AD27AB79E}"/>
          </ac:spMkLst>
        </pc:spChg>
        <pc:spChg chg="add del mod">
          <ac:chgData name="ramakrishnakondeti06@gmail.com" userId="5fb9829951a3af84" providerId="LiveId" clId="{EEAA1889-91E3-44A1-AA84-516C49A19054}" dt="2026-02-15T18:12:04.719" v="8860" actId="478"/>
          <ac:spMkLst>
            <pc:docMk/>
            <pc:sldMk cId="3294856693" sldId="261"/>
            <ac:spMk id="4" creationId="{2CE4401F-59FF-9269-2725-6807B96841F1}"/>
          </ac:spMkLst>
        </pc:spChg>
        <pc:spChg chg="add">
          <ac:chgData name="ramakrishnakondeti06@gmail.com" userId="5fb9829951a3af84" providerId="LiveId" clId="{EEAA1889-91E3-44A1-AA84-516C49A19054}" dt="2026-02-15T18:11:05.133" v="8851"/>
          <ac:spMkLst>
            <pc:docMk/>
            <pc:sldMk cId="3294856693" sldId="261"/>
            <ac:spMk id="5" creationId="{5E50574C-470B-F51B-CDAB-3801703F6D36}"/>
          </ac:spMkLst>
        </pc:spChg>
        <pc:spChg chg="add del mod">
          <ac:chgData name="ramakrishnakondeti06@gmail.com" userId="5fb9829951a3af84" providerId="LiveId" clId="{EEAA1889-91E3-44A1-AA84-516C49A19054}" dt="2026-02-15T18:11:53.020" v="8859"/>
          <ac:spMkLst>
            <pc:docMk/>
            <pc:sldMk cId="3294856693" sldId="261"/>
            <ac:spMk id="6" creationId="{345F826B-B2E1-6904-B097-A466B64DCD59}"/>
          </ac:spMkLst>
        </pc:spChg>
        <pc:spChg chg="add mod">
          <ac:chgData name="ramakrishnakondeti06@gmail.com" userId="5fb9829951a3af84" providerId="LiveId" clId="{EEAA1889-91E3-44A1-AA84-516C49A19054}" dt="2026-02-15T18:25:39.435" v="9171" actId="20577"/>
          <ac:spMkLst>
            <pc:docMk/>
            <pc:sldMk cId="3294856693" sldId="261"/>
            <ac:spMk id="8" creationId="{FD65238D-A39A-62C9-B732-101ED4B34F81}"/>
          </ac:spMkLst>
        </pc:spChg>
        <pc:spChg chg="add del mod">
          <ac:chgData name="ramakrishnakondeti06@gmail.com" userId="5fb9829951a3af84" providerId="LiveId" clId="{EEAA1889-91E3-44A1-AA84-516C49A19054}" dt="2026-02-15T18:12:28.076" v="8861" actId="700"/>
          <ac:spMkLst>
            <pc:docMk/>
            <pc:sldMk cId="3294856693" sldId="261"/>
            <ac:spMk id="9" creationId="{A3FE06D4-F941-ED47-A70D-602D9DA3466D}"/>
          </ac:spMkLst>
        </pc:spChg>
      </pc:sldChg>
      <pc:sldChg chg="addSp delSp modSp new mod">
        <pc:chgData name="ramakrishnakondeti06@gmail.com" userId="5fb9829951a3af84" providerId="LiveId" clId="{EEAA1889-91E3-44A1-AA84-516C49A19054}" dt="2026-02-15T18:14:45.712" v="8879" actId="12"/>
        <pc:sldMkLst>
          <pc:docMk/>
          <pc:sldMk cId="1695585081" sldId="264"/>
        </pc:sldMkLst>
        <pc:spChg chg="add mod">
          <ac:chgData name="ramakrishnakondeti06@gmail.com" userId="5fb9829951a3af84" providerId="LiveId" clId="{EEAA1889-91E3-44A1-AA84-516C49A19054}" dt="2026-02-15T18:14:45.712" v="8879" actId="12"/>
          <ac:spMkLst>
            <pc:docMk/>
            <pc:sldMk cId="1695585081" sldId="264"/>
            <ac:spMk id="3" creationId="{2B9335AD-8300-A075-B6B0-684200400F14}"/>
          </ac:spMkLst>
        </pc:spChg>
      </pc:sldChg>
      <pc:sldChg chg="addSp delSp modSp new mod">
        <pc:chgData name="ramakrishnakondeti06@gmail.com" userId="5fb9829951a3af84" providerId="LiveId" clId="{EEAA1889-91E3-44A1-AA84-516C49A19054}" dt="2026-02-16T09:10:23.570" v="9494" actId="5793"/>
        <pc:sldMkLst>
          <pc:docMk/>
          <pc:sldMk cId="2526766856" sldId="266"/>
        </pc:sldMkLst>
        <pc:spChg chg="mod">
          <ac:chgData name="ramakrishnakondeti06@gmail.com" userId="5fb9829951a3af84" providerId="LiveId" clId="{EEAA1889-91E3-44A1-AA84-516C49A19054}" dt="2026-02-03T15:22:55.405" v="6755" actId="20577"/>
          <ac:spMkLst>
            <pc:docMk/>
            <pc:sldMk cId="2526766856" sldId="266"/>
            <ac:spMk id="2" creationId="{0D133CA7-E0D9-6572-2E75-AF6D2CDFC90F}"/>
          </ac:spMkLst>
        </pc:spChg>
        <pc:spChg chg="mod">
          <ac:chgData name="ramakrishnakondeti06@gmail.com" userId="5fb9829951a3af84" providerId="LiveId" clId="{EEAA1889-91E3-44A1-AA84-516C49A19054}" dt="2026-02-16T09:10:23.570" v="9494" actId="5793"/>
          <ac:spMkLst>
            <pc:docMk/>
            <pc:sldMk cId="2526766856" sldId="266"/>
            <ac:spMk id="3" creationId="{1F7B1333-4B51-9CA1-25E0-8D51B3EBCADB}"/>
          </ac:spMkLst>
        </pc:spChg>
        <pc:spChg chg="add">
          <ac:chgData name="ramakrishnakondeti06@gmail.com" userId="5fb9829951a3af84" providerId="LiveId" clId="{EEAA1889-91E3-44A1-AA84-516C49A19054}" dt="2026-02-15T18:15:06.162" v="8880"/>
          <ac:spMkLst>
            <pc:docMk/>
            <pc:sldMk cId="2526766856" sldId="266"/>
            <ac:spMk id="5" creationId="{8AC76DDB-BED1-E26E-1F50-6BD2297E147E}"/>
          </ac:spMkLst>
        </pc:spChg>
        <pc:spChg chg="add">
          <ac:chgData name="ramakrishnakondeti06@gmail.com" userId="5fb9829951a3af84" providerId="LiveId" clId="{EEAA1889-91E3-44A1-AA84-516C49A19054}" dt="2026-02-15T18:15:22.142" v="8881"/>
          <ac:spMkLst>
            <pc:docMk/>
            <pc:sldMk cId="2526766856" sldId="266"/>
            <ac:spMk id="6" creationId="{E0E3809C-F06C-60E8-0996-F80A4CCD001B}"/>
          </ac:spMkLst>
        </pc:spChg>
      </pc:sldChg>
      <pc:sldChg chg="addSp modSp new mod modClrScheme chgLayout">
        <pc:chgData name="ramakrishnakondeti06@gmail.com" userId="5fb9829951a3af84" providerId="LiveId" clId="{EEAA1889-91E3-44A1-AA84-516C49A19054}" dt="2026-02-16T09:24:14.703" v="9495" actId="123"/>
        <pc:sldMkLst>
          <pc:docMk/>
          <pc:sldMk cId="720073664" sldId="267"/>
        </pc:sldMkLst>
        <pc:spChg chg="mod">
          <ac:chgData name="ramakrishnakondeti06@gmail.com" userId="5fb9829951a3af84" providerId="LiveId" clId="{EEAA1889-91E3-44A1-AA84-516C49A19054}" dt="2026-02-16T05:24:10.762" v="9398" actId="20577"/>
          <ac:spMkLst>
            <pc:docMk/>
            <pc:sldMk cId="720073664" sldId="267"/>
            <ac:spMk id="2" creationId="{D957F5A8-4FE7-E0F9-EA71-CFAD8EB2CD7E}"/>
          </ac:spMkLst>
        </pc:spChg>
        <pc:spChg chg="add mod">
          <ac:chgData name="ramakrishnakondeti06@gmail.com" userId="5fb9829951a3af84" providerId="LiveId" clId="{EEAA1889-91E3-44A1-AA84-516C49A19054}" dt="2026-02-16T09:24:14.703" v="9495" actId="123"/>
          <ac:spMkLst>
            <pc:docMk/>
            <pc:sldMk cId="720073664" sldId="267"/>
            <ac:spMk id="3" creationId="{CAD38697-E05D-48C2-D9C4-DAEDB5FB71F9}"/>
          </ac:spMkLst>
        </pc:spChg>
      </pc:sldChg>
      <pc:sldChg chg="addSp modSp new mod modClrScheme chgLayout">
        <pc:chgData name="ramakrishnakondeti06@gmail.com" userId="5fb9829951a3af84" providerId="LiveId" clId="{EEAA1889-91E3-44A1-AA84-516C49A19054}" dt="2026-02-16T10:52:19.307" v="10379" actId="14100"/>
        <pc:sldMkLst>
          <pc:docMk/>
          <pc:sldMk cId="2882737750" sldId="279"/>
        </pc:sldMkLst>
        <pc:spChg chg="add mod">
          <ac:chgData name="ramakrishnakondeti06@gmail.com" userId="5fb9829951a3af84" providerId="LiveId" clId="{EEAA1889-91E3-44A1-AA84-516C49A19054}" dt="2026-02-16T10:52:04.358" v="10375" actId="20577"/>
          <ac:spMkLst>
            <pc:docMk/>
            <pc:sldMk cId="2882737750" sldId="279"/>
            <ac:spMk id="2" creationId="{B444293A-632F-D3FF-69C8-241D7F224567}"/>
          </ac:spMkLst>
        </pc:spChg>
        <pc:spChg chg="add mod">
          <ac:chgData name="ramakrishnakondeti06@gmail.com" userId="5fb9829951a3af84" providerId="LiveId" clId="{EEAA1889-91E3-44A1-AA84-516C49A19054}" dt="2026-02-16T10:51:57.509" v="10367" actId="20577"/>
          <ac:spMkLst>
            <pc:docMk/>
            <pc:sldMk cId="2882737750" sldId="279"/>
            <ac:spMk id="3" creationId="{4E3EE959-FFAA-81EA-9A7F-025999B97288}"/>
          </ac:spMkLst>
        </pc:spChg>
        <pc:picChg chg="add mod">
          <ac:chgData name="ramakrishnakondeti06@gmail.com" userId="5fb9829951a3af84" providerId="LiveId" clId="{EEAA1889-91E3-44A1-AA84-516C49A19054}" dt="2026-02-16T10:52:19.307" v="10379" actId="14100"/>
          <ac:picMkLst>
            <pc:docMk/>
            <pc:sldMk cId="2882737750" sldId="279"/>
            <ac:picMk id="5" creationId="{ED51474B-D331-0D5F-7F60-8D1E2DC5A811}"/>
          </ac:picMkLst>
        </pc:picChg>
      </pc:sldChg>
      <pc:sldChg chg="delSp modSp new del mod">
        <pc:chgData name="ramakrishnakondeti06@gmail.com" userId="5fb9829951a3af84" providerId="LiveId" clId="{EEAA1889-91E3-44A1-AA84-516C49A19054}" dt="2026-02-15T17:29:49.990" v="7974" actId="47"/>
        <pc:sldMkLst>
          <pc:docMk/>
          <pc:sldMk cId="2273994776" sldId="280"/>
        </pc:sldMkLst>
      </pc:sldChg>
      <pc:sldChg chg="delSp modSp new del mod">
        <pc:chgData name="ramakrishnakondeti06@gmail.com" userId="5fb9829951a3af84" providerId="LiveId" clId="{EEAA1889-91E3-44A1-AA84-516C49A19054}" dt="2026-02-15T17:29:47.615" v="7973" actId="47"/>
        <pc:sldMkLst>
          <pc:docMk/>
          <pc:sldMk cId="2386878965" sldId="281"/>
        </pc:sldMkLst>
        <pc:spChg chg="mod">
          <ac:chgData name="ramakrishnakondeti06@gmail.com" userId="5fb9829951a3af84" providerId="LiveId" clId="{EEAA1889-91E3-44A1-AA84-516C49A19054}" dt="2026-02-15T17:29:44.808" v="7972" actId="20577"/>
          <ac:spMkLst>
            <pc:docMk/>
            <pc:sldMk cId="2386878965" sldId="281"/>
            <ac:spMk id="3" creationId="{3FEE0182-8D19-8681-819F-03D8C6B1BB8D}"/>
          </ac:spMkLst>
        </pc:spChg>
      </pc:sldChg>
      <pc:sldChg chg="modSp add del mod">
        <pc:chgData name="ramakrishnakondeti06@gmail.com" userId="5fb9829951a3af84" providerId="LiveId" clId="{EEAA1889-91E3-44A1-AA84-516C49A19054}" dt="2026-02-15T18:13:54.774" v="8874" actId="47"/>
        <pc:sldMkLst>
          <pc:docMk/>
          <pc:sldMk cId="223574310" sldId="283"/>
        </pc:sldMkLst>
      </pc:sldChg>
      <pc:sldChg chg="addSp delSp modSp new mod chgLayout">
        <pc:chgData name="ramakrishnakondeti06@gmail.com" userId="5fb9829951a3af84" providerId="LiveId" clId="{EEAA1889-91E3-44A1-AA84-516C49A19054}" dt="2026-02-16T10:45:02.350" v="10175" actId="478"/>
        <pc:sldMkLst>
          <pc:docMk/>
          <pc:sldMk cId="829953884" sldId="284"/>
        </pc:sldMkLst>
        <pc:spChg chg="mod ord">
          <ac:chgData name="ramakrishnakondeti06@gmail.com" userId="5fb9829951a3af84" providerId="LiveId" clId="{EEAA1889-91E3-44A1-AA84-516C49A19054}" dt="2026-02-15T18:41:02.290" v="9276" actId="20577"/>
          <ac:spMkLst>
            <pc:docMk/>
            <pc:sldMk cId="829953884" sldId="284"/>
            <ac:spMk id="2" creationId="{A552CFCF-262A-9C1D-3AFF-DD0AED19C9A4}"/>
          </ac:spMkLst>
        </pc:spChg>
        <pc:spChg chg="add del mod ord">
          <ac:chgData name="ramakrishnakondeti06@gmail.com" userId="5fb9829951a3af84" providerId="LiveId" clId="{EEAA1889-91E3-44A1-AA84-516C49A19054}" dt="2026-02-16T10:45:02.350" v="10175" actId="478"/>
          <ac:spMkLst>
            <pc:docMk/>
            <pc:sldMk cId="829953884" sldId="284"/>
            <ac:spMk id="3" creationId="{B98184BF-C2EA-8F8C-A5B3-92823D263674}"/>
          </ac:spMkLst>
        </pc:spChg>
        <pc:picChg chg="add del mod">
          <ac:chgData name="ramakrishnakondeti06@gmail.com" userId="5fb9829951a3af84" providerId="LiveId" clId="{EEAA1889-91E3-44A1-AA84-516C49A19054}" dt="2026-02-15T17:33:42.790" v="8043" actId="478"/>
          <ac:picMkLst>
            <pc:docMk/>
            <pc:sldMk cId="829953884" sldId="284"/>
            <ac:picMk id="5" creationId="{7E97F0CD-01B1-B39E-F223-E1C47FFFEAC1}"/>
          </ac:picMkLst>
        </pc:picChg>
        <pc:picChg chg="add mod">
          <ac:chgData name="ramakrishnakondeti06@gmail.com" userId="5fb9829951a3af84" providerId="LiveId" clId="{EEAA1889-91E3-44A1-AA84-516C49A19054}" dt="2026-02-15T17:38:32.206" v="8062" actId="1076"/>
          <ac:picMkLst>
            <pc:docMk/>
            <pc:sldMk cId="829953884" sldId="284"/>
            <ac:picMk id="6" creationId="{3A3A427E-183B-21FC-B571-B510BB4D07CB}"/>
          </ac:picMkLst>
        </pc:picChg>
      </pc:sldChg>
      <pc:sldChg chg="addSp delSp modSp new del mod">
        <pc:chgData name="ramakrishnakondeti06@gmail.com" userId="5fb9829951a3af84" providerId="LiveId" clId="{EEAA1889-91E3-44A1-AA84-516C49A19054}" dt="2026-02-16T10:47:22.457" v="10176" actId="47"/>
        <pc:sldMkLst>
          <pc:docMk/>
          <pc:sldMk cId="4158445576" sldId="285"/>
        </pc:sldMkLst>
        <pc:spChg chg="mod">
          <ac:chgData name="ramakrishnakondeti06@gmail.com" userId="5fb9829951a3af84" providerId="LiveId" clId="{EEAA1889-91E3-44A1-AA84-516C49A19054}" dt="2026-02-16T10:35:22.005" v="10090" actId="20577"/>
          <ac:spMkLst>
            <pc:docMk/>
            <pc:sldMk cId="4158445576" sldId="285"/>
            <ac:spMk id="2" creationId="{A62A4D5F-5270-89A6-4BBA-4114C4E3677E}"/>
          </ac:spMkLst>
        </pc:spChg>
        <pc:spChg chg="add del mod">
          <ac:chgData name="ramakrishnakondeti06@gmail.com" userId="5fb9829951a3af84" providerId="LiveId" clId="{EEAA1889-91E3-44A1-AA84-516C49A19054}" dt="2026-02-15T17:52:17.880" v="8439"/>
          <ac:spMkLst>
            <pc:docMk/>
            <pc:sldMk cId="4158445576" sldId="285"/>
            <ac:spMk id="7" creationId="{F0DDC93B-3177-2285-6B91-39F7F726C4ED}"/>
          </ac:spMkLst>
        </pc:spChg>
        <pc:spChg chg="add del mod">
          <ac:chgData name="ramakrishnakondeti06@gmail.com" userId="5fb9829951a3af84" providerId="LiveId" clId="{EEAA1889-91E3-44A1-AA84-516C49A19054}" dt="2026-02-16T10:34:29.593" v="10065" actId="478"/>
          <ac:spMkLst>
            <pc:docMk/>
            <pc:sldMk cId="4158445576" sldId="285"/>
            <ac:spMk id="8" creationId="{37332542-84E0-2C75-233C-441696B4915F}"/>
          </ac:spMkLst>
        </pc:spChg>
        <pc:picChg chg="add del">
          <ac:chgData name="ramakrishnakondeti06@gmail.com" userId="5fb9829951a3af84" providerId="LiveId" clId="{EEAA1889-91E3-44A1-AA84-516C49A19054}" dt="2026-02-16T10:33:27.889" v="10054" actId="22"/>
          <ac:picMkLst>
            <pc:docMk/>
            <pc:sldMk cId="4158445576" sldId="285"/>
            <ac:picMk id="5" creationId="{7904B0A1-8A3E-EBB3-8AE4-13799D77D7F2}"/>
          </ac:picMkLst>
        </pc:picChg>
        <pc:picChg chg="add del mod">
          <ac:chgData name="ramakrishnakondeti06@gmail.com" userId="5fb9829951a3af84" providerId="LiveId" clId="{EEAA1889-91E3-44A1-AA84-516C49A19054}" dt="2026-02-15T17:49:19.617" v="8409" actId="478"/>
          <ac:picMkLst>
            <pc:docMk/>
            <pc:sldMk cId="4158445576" sldId="285"/>
            <ac:picMk id="5" creationId="{BD545349-DC56-DF6A-29E7-9B9C6E676F4D}"/>
          </ac:picMkLst>
        </pc:picChg>
        <pc:picChg chg="add del mod">
          <ac:chgData name="ramakrishnakondeti06@gmail.com" userId="5fb9829951a3af84" providerId="LiveId" clId="{EEAA1889-91E3-44A1-AA84-516C49A19054}" dt="2026-02-16T10:34:22.817" v="10063" actId="478"/>
          <ac:picMkLst>
            <pc:docMk/>
            <pc:sldMk cId="4158445576" sldId="285"/>
            <ac:picMk id="6" creationId="{CFD2C920-5608-F900-7F8F-FA50418A5528}"/>
          </ac:picMkLst>
        </pc:picChg>
        <pc:picChg chg="add mod">
          <ac:chgData name="ramakrishnakondeti06@gmail.com" userId="5fb9829951a3af84" providerId="LiveId" clId="{EEAA1889-91E3-44A1-AA84-516C49A19054}" dt="2026-02-16T10:35:02.060" v="10070" actId="14100"/>
          <ac:picMkLst>
            <pc:docMk/>
            <pc:sldMk cId="4158445576" sldId="285"/>
            <ac:picMk id="9" creationId="{7B8C5818-5070-D6ED-CC88-178694A08177}"/>
          </ac:picMkLst>
        </pc:picChg>
      </pc:sldChg>
      <pc:sldChg chg="addSp modSp new del mod">
        <pc:chgData name="ramakrishnakondeti06@gmail.com" userId="5fb9829951a3af84" providerId="LiveId" clId="{EEAA1889-91E3-44A1-AA84-516C49A19054}" dt="2026-02-15T18:03:58.945" v="8655" actId="47"/>
        <pc:sldMkLst>
          <pc:docMk/>
          <pc:sldMk cId="3625557374" sldId="286"/>
        </pc:sldMkLst>
      </pc:sldChg>
      <pc:sldChg chg="addSp modSp new del mod">
        <pc:chgData name="ramakrishnakondeti06@gmail.com" userId="5fb9829951a3af84" providerId="LiveId" clId="{EEAA1889-91E3-44A1-AA84-516C49A19054}" dt="2026-02-15T18:03:59.712" v="8656" actId="47"/>
        <pc:sldMkLst>
          <pc:docMk/>
          <pc:sldMk cId="2749187362" sldId="287"/>
        </pc:sldMkLst>
      </pc:sldChg>
      <pc:sldChg chg="addSp modSp new del mod">
        <pc:chgData name="ramakrishnakondeti06@gmail.com" userId="5fb9829951a3af84" providerId="LiveId" clId="{EEAA1889-91E3-44A1-AA84-516C49A19054}" dt="2026-02-15T18:04:00.866" v="8657" actId="47"/>
        <pc:sldMkLst>
          <pc:docMk/>
          <pc:sldMk cId="2550313821" sldId="288"/>
        </pc:sldMkLst>
      </pc:sldChg>
      <pc:sldChg chg="addSp modSp new del mod">
        <pc:chgData name="ramakrishnakondeti06@gmail.com" userId="5fb9829951a3af84" providerId="LiveId" clId="{EEAA1889-91E3-44A1-AA84-516C49A19054}" dt="2026-02-15T18:04:01.832" v="8658" actId="47"/>
        <pc:sldMkLst>
          <pc:docMk/>
          <pc:sldMk cId="3644655433" sldId="289"/>
        </pc:sldMkLst>
      </pc:sldChg>
      <pc:sldChg chg="addSp delSp modSp new mod">
        <pc:chgData name="ramakrishnakondeti06@gmail.com" userId="5fb9829951a3af84" providerId="LiveId" clId="{EEAA1889-91E3-44A1-AA84-516C49A19054}" dt="2026-02-16T10:30:11.031" v="10052" actId="1036"/>
        <pc:sldMkLst>
          <pc:docMk/>
          <pc:sldMk cId="1585016932" sldId="290"/>
        </pc:sldMkLst>
        <pc:spChg chg="mod">
          <ac:chgData name="ramakrishnakondeti06@gmail.com" userId="5fb9829951a3af84" providerId="LiveId" clId="{EEAA1889-91E3-44A1-AA84-516C49A19054}" dt="2026-02-15T17:39:34.669" v="8087" actId="113"/>
          <ac:spMkLst>
            <pc:docMk/>
            <pc:sldMk cId="1585016932" sldId="290"/>
            <ac:spMk id="2" creationId="{906810E0-476A-0964-EDBC-7A8E7BBDB9EB}"/>
          </ac:spMkLst>
        </pc:spChg>
        <pc:spChg chg="mod">
          <ac:chgData name="ramakrishnakondeti06@gmail.com" userId="5fb9829951a3af84" providerId="LiveId" clId="{EEAA1889-91E3-44A1-AA84-516C49A19054}" dt="2026-02-16T10:29:23.488" v="10024" actId="20577"/>
          <ac:spMkLst>
            <pc:docMk/>
            <pc:sldMk cId="1585016932" sldId="290"/>
            <ac:spMk id="3" creationId="{D86346EB-0D2F-29DD-9607-333EB7878E25}"/>
          </ac:spMkLst>
        </pc:spChg>
        <pc:spChg chg="add mod">
          <ac:chgData name="ramakrishnakondeti06@gmail.com" userId="5fb9829951a3af84" providerId="LiveId" clId="{EEAA1889-91E3-44A1-AA84-516C49A19054}" dt="2026-02-15T18:37:38.573" v="9256" actId="20577"/>
          <ac:spMkLst>
            <pc:docMk/>
            <pc:sldMk cId="1585016932" sldId="290"/>
            <ac:spMk id="6" creationId="{753DE373-220F-7323-8647-D6FC7BBB1E75}"/>
          </ac:spMkLst>
        </pc:spChg>
        <pc:picChg chg="add del mod">
          <ac:chgData name="ramakrishnakondeti06@gmail.com" userId="5fb9829951a3af84" providerId="LiveId" clId="{EEAA1889-91E3-44A1-AA84-516C49A19054}" dt="2026-02-16T10:22:37.389" v="9980" actId="478"/>
          <ac:picMkLst>
            <pc:docMk/>
            <pc:sldMk cId="1585016932" sldId="290"/>
            <ac:picMk id="5" creationId="{974D0EA3-AB6D-FF10-DA36-41C13B97AD4C}"/>
          </ac:picMkLst>
        </pc:picChg>
        <pc:picChg chg="add mod">
          <ac:chgData name="ramakrishnakondeti06@gmail.com" userId="5fb9829951a3af84" providerId="LiveId" clId="{EEAA1889-91E3-44A1-AA84-516C49A19054}" dt="2026-02-16T10:30:11.031" v="10052" actId="1036"/>
          <ac:picMkLst>
            <pc:docMk/>
            <pc:sldMk cId="1585016932" sldId="290"/>
            <ac:picMk id="7" creationId="{3B9880C2-0862-AF70-0D50-579FEAF9786A}"/>
          </ac:picMkLst>
        </pc:picChg>
      </pc:sldChg>
      <pc:sldChg chg="addSp delSp modSp add del mod">
        <pc:chgData name="ramakrishnakondeti06@gmail.com" userId="5fb9829951a3af84" providerId="LiveId" clId="{EEAA1889-91E3-44A1-AA84-516C49A19054}" dt="2026-02-16T10:47:24.885" v="10177" actId="47"/>
        <pc:sldMkLst>
          <pc:docMk/>
          <pc:sldMk cId="493638178" sldId="291"/>
        </pc:sldMkLst>
        <pc:spChg chg="mod">
          <ac:chgData name="ramakrishnakondeti06@gmail.com" userId="5fb9829951a3af84" providerId="LiveId" clId="{EEAA1889-91E3-44A1-AA84-516C49A19054}" dt="2026-02-16T10:35:45.171" v="10094"/>
          <ac:spMkLst>
            <pc:docMk/>
            <pc:sldMk cId="493638178" sldId="291"/>
            <ac:spMk id="2" creationId="{C01AF4E3-1407-EBB9-61B1-DDF3964443BB}"/>
          </ac:spMkLst>
        </pc:spChg>
        <pc:spChg chg="del mod">
          <ac:chgData name="ramakrishnakondeti06@gmail.com" userId="5fb9829951a3af84" providerId="LiveId" clId="{EEAA1889-91E3-44A1-AA84-516C49A19054}" dt="2026-02-16T10:35:40.725" v="10092" actId="478"/>
          <ac:spMkLst>
            <pc:docMk/>
            <pc:sldMk cId="493638178" sldId="291"/>
            <ac:spMk id="8" creationId="{5CB4CC09-A485-6E3B-92B7-DDD1F0A4A67D}"/>
          </ac:spMkLst>
        </pc:spChg>
        <pc:picChg chg="add del mod">
          <ac:chgData name="ramakrishnakondeti06@gmail.com" userId="5fb9829951a3af84" providerId="LiveId" clId="{EEAA1889-91E3-44A1-AA84-516C49A19054}" dt="2026-02-16T10:35:29.949" v="10091" actId="478"/>
          <ac:picMkLst>
            <pc:docMk/>
            <pc:sldMk cId="493638178" sldId="291"/>
            <ac:picMk id="5" creationId="{864A9D47-2871-A151-80B6-7A189F039FF6}"/>
          </ac:picMkLst>
        </pc:picChg>
        <pc:picChg chg="del">
          <ac:chgData name="ramakrishnakondeti06@gmail.com" userId="5fb9829951a3af84" providerId="LiveId" clId="{EEAA1889-91E3-44A1-AA84-516C49A19054}" dt="2026-02-15T17:53:25.658" v="8455" actId="478"/>
          <ac:picMkLst>
            <pc:docMk/>
            <pc:sldMk cId="493638178" sldId="291"/>
            <ac:picMk id="6" creationId="{D73E7D38-BD73-6BF1-BE71-1CBE6A14BD5B}"/>
          </ac:picMkLst>
        </pc:picChg>
        <pc:picChg chg="add mod">
          <ac:chgData name="ramakrishnakondeti06@gmail.com" userId="5fb9829951a3af84" providerId="LiveId" clId="{EEAA1889-91E3-44A1-AA84-516C49A19054}" dt="2026-02-16T10:36:10.435" v="10098" actId="14100"/>
          <ac:picMkLst>
            <pc:docMk/>
            <pc:sldMk cId="493638178" sldId="291"/>
            <ac:picMk id="6" creationId="{E16E3799-1BC1-EE10-19BF-61BB8E3B892B}"/>
          </ac:picMkLst>
        </pc:picChg>
      </pc:sldChg>
      <pc:sldChg chg="addSp delSp modSp add del mod">
        <pc:chgData name="ramakrishnakondeti06@gmail.com" userId="5fb9829951a3af84" providerId="LiveId" clId="{EEAA1889-91E3-44A1-AA84-516C49A19054}" dt="2026-02-16T05:21:35.929" v="9352" actId="47"/>
        <pc:sldMkLst>
          <pc:docMk/>
          <pc:sldMk cId="4292306304" sldId="292"/>
        </pc:sldMkLst>
        <pc:spChg chg="mod">
          <ac:chgData name="ramakrishnakondeti06@gmail.com" userId="5fb9829951a3af84" providerId="LiveId" clId="{EEAA1889-91E3-44A1-AA84-516C49A19054}" dt="2026-02-15T18:24:25.223" v="9155" actId="20577"/>
          <ac:spMkLst>
            <pc:docMk/>
            <pc:sldMk cId="4292306304" sldId="292"/>
            <ac:spMk id="2" creationId="{EBC35046-73DB-6D5D-927A-96C691CEFA2C}"/>
          </ac:spMkLst>
        </pc:spChg>
        <pc:spChg chg="mod">
          <ac:chgData name="ramakrishnakondeti06@gmail.com" userId="5fb9829951a3af84" providerId="LiveId" clId="{EEAA1889-91E3-44A1-AA84-516C49A19054}" dt="2026-02-15T18:24:38.145" v="9158" actId="13926"/>
          <ac:spMkLst>
            <pc:docMk/>
            <pc:sldMk cId="4292306304" sldId="292"/>
            <ac:spMk id="8" creationId="{BFBF64B1-CAC7-8271-5F7B-74C79268DB2E}"/>
          </ac:spMkLst>
        </pc:spChg>
        <pc:picChg chg="add del mod">
          <ac:chgData name="ramakrishnakondeti06@gmail.com" userId="5fb9829951a3af84" providerId="LiveId" clId="{EEAA1889-91E3-44A1-AA84-516C49A19054}" dt="2026-02-15T17:55:13.302" v="8470" actId="478"/>
          <ac:picMkLst>
            <pc:docMk/>
            <pc:sldMk cId="4292306304" sldId="292"/>
            <ac:picMk id="5" creationId="{FCB4D674-6219-A596-2D52-56798A8B91F8}"/>
          </ac:picMkLst>
        </pc:picChg>
        <pc:picChg chg="del">
          <ac:chgData name="ramakrishnakondeti06@gmail.com" userId="5fb9829951a3af84" providerId="LiveId" clId="{EEAA1889-91E3-44A1-AA84-516C49A19054}" dt="2026-02-15T17:54:17.981" v="8464" actId="478"/>
          <ac:picMkLst>
            <pc:docMk/>
            <pc:sldMk cId="4292306304" sldId="292"/>
            <ac:picMk id="6" creationId="{7435DB7F-136D-C512-938A-DE54DC40E6C0}"/>
          </ac:picMkLst>
        </pc:picChg>
        <pc:picChg chg="add mod">
          <ac:chgData name="ramakrishnakondeti06@gmail.com" userId="5fb9829951a3af84" providerId="LiveId" clId="{EEAA1889-91E3-44A1-AA84-516C49A19054}" dt="2026-02-15T17:58:32.640" v="8513" actId="14100"/>
          <ac:picMkLst>
            <pc:docMk/>
            <pc:sldMk cId="4292306304" sldId="292"/>
            <ac:picMk id="9" creationId="{93A73B9D-F95A-0D18-5188-47C2717ED7E9}"/>
          </ac:picMkLst>
        </pc:picChg>
      </pc:sldChg>
      <pc:sldChg chg="addSp delSp modSp add del mod">
        <pc:chgData name="ramakrishnakondeti06@gmail.com" userId="5fb9829951a3af84" providerId="LiveId" clId="{EEAA1889-91E3-44A1-AA84-516C49A19054}" dt="2026-02-16T10:47:26.969" v="10178" actId="47"/>
        <pc:sldMkLst>
          <pc:docMk/>
          <pc:sldMk cId="474553949" sldId="293"/>
        </pc:sldMkLst>
        <pc:spChg chg="mod">
          <ac:chgData name="ramakrishnakondeti06@gmail.com" userId="5fb9829951a3af84" providerId="LiveId" clId="{EEAA1889-91E3-44A1-AA84-516C49A19054}" dt="2026-02-16T10:37:30.717" v="10114"/>
          <ac:spMkLst>
            <pc:docMk/>
            <pc:sldMk cId="474553949" sldId="293"/>
            <ac:spMk id="2" creationId="{D8D5D34D-2311-DC34-92FC-0BAA677DD4B5}"/>
          </ac:spMkLst>
        </pc:spChg>
        <pc:spChg chg="del mod">
          <ac:chgData name="ramakrishnakondeti06@gmail.com" userId="5fb9829951a3af84" providerId="LiveId" clId="{EEAA1889-91E3-44A1-AA84-516C49A19054}" dt="2026-02-16T10:36:21.745" v="10100" actId="478"/>
          <ac:spMkLst>
            <pc:docMk/>
            <pc:sldMk cId="474553949" sldId="293"/>
            <ac:spMk id="8" creationId="{2BA15D96-690F-2266-3926-8924DE24A12A}"/>
          </ac:spMkLst>
        </pc:spChg>
        <pc:picChg chg="add del mod">
          <ac:chgData name="ramakrishnakondeti06@gmail.com" userId="5fb9829951a3af84" providerId="LiveId" clId="{EEAA1889-91E3-44A1-AA84-516C49A19054}" dt="2026-02-16T10:36:16.846" v="10099" actId="478"/>
          <ac:picMkLst>
            <pc:docMk/>
            <pc:sldMk cId="474553949" sldId="293"/>
            <ac:picMk id="5" creationId="{72AB57C3-30AC-35F9-19F0-768CBBB4F38E}"/>
          </ac:picMkLst>
        </pc:picChg>
        <pc:picChg chg="add del mod">
          <ac:chgData name="ramakrishnakondeti06@gmail.com" userId="5fb9829951a3af84" providerId="LiveId" clId="{EEAA1889-91E3-44A1-AA84-516C49A19054}" dt="2026-02-16T10:36:44.803" v="10102" actId="478"/>
          <ac:picMkLst>
            <pc:docMk/>
            <pc:sldMk cId="474553949" sldId="293"/>
            <ac:picMk id="6" creationId="{0FF1539D-9028-1336-D993-5001FC2C4EFB}"/>
          </ac:picMkLst>
        </pc:picChg>
        <pc:picChg chg="del">
          <ac:chgData name="ramakrishnakondeti06@gmail.com" userId="5fb9829951a3af84" providerId="LiveId" clId="{EEAA1889-91E3-44A1-AA84-516C49A19054}" dt="2026-02-15T18:00:18.249" v="8563" actId="478"/>
          <ac:picMkLst>
            <pc:docMk/>
            <pc:sldMk cId="474553949" sldId="293"/>
            <ac:picMk id="6" creationId="{DBDE5870-3D46-DA65-E145-40D296D6F269}"/>
          </ac:picMkLst>
        </pc:picChg>
        <pc:picChg chg="add mod">
          <ac:chgData name="ramakrishnakondeti06@gmail.com" userId="5fb9829951a3af84" providerId="LiveId" clId="{EEAA1889-91E3-44A1-AA84-516C49A19054}" dt="2026-02-16T10:36:57.286" v="10105" actId="14100"/>
          <ac:picMkLst>
            <pc:docMk/>
            <pc:sldMk cId="474553949" sldId="293"/>
            <ac:picMk id="9" creationId="{BF9AE253-49E8-09F6-514E-56BF7BDF7A7F}"/>
          </ac:picMkLst>
        </pc:picChg>
      </pc:sldChg>
      <pc:sldChg chg="addSp delSp modSp add del mod">
        <pc:chgData name="ramakrishnakondeti06@gmail.com" userId="5fb9829951a3af84" providerId="LiveId" clId="{EEAA1889-91E3-44A1-AA84-516C49A19054}" dt="2026-02-16T10:47:28.795" v="10179" actId="47"/>
        <pc:sldMkLst>
          <pc:docMk/>
          <pc:sldMk cId="955902135" sldId="294"/>
        </pc:sldMkLst>
        <pc:spChg chg="mod">
          <ac:chgData name="ramakrishnakondeti06@gmail.com" userId="5fb9829951a3af84" providerId="LiveId" clId="{EEAA1889-91E3-44A1-AA84-516C49A19054}" dt="2026-02-16T10:37:26.385" v="10112"/>
          <ac:spMkLst>
            <pc:docMk/>
            <pc:sldMk cId="955902135" sldId="294"/>
            <ac:spMk id="2" creationId="{9638C469-1FC5-9505-1EDF-1A2A8C6B268E}"/>
          </ac:spMkLst>
        </pc:spChg>
        <pc:spChg chg="del mod">
          <ac:chgData name="ramakrishnakondeti06@gmail.com" userId="5fb9829951a3af84" providerId="LiveId" clId="{EEAA1889-91E3-44A1-AA84-516C49A19054}" dt="2026-02-16T10:37:04.935" v="10107" actId="478"/>
          <ac:spMkLst>
            <pc:docMk/>
            <pc:sldMk cId="955902135" sldId="294"/>
            <ac:spMk id="8" creationId="{2877047C-3F62-9683-012F-C6A0A641D30B}"/>
          </ac:spMkLst>
        </pc:spChg>
        <pc:picChg chg="add del mod">
          <ac:chgData name="ramakrishnakondeti06@gmail.com" userId="5fb9829951a3af84" providerId="LiveId" clId="{EEAA1889-91E3-44A1-AA84-516C49A19054}" dt="2026-02-16T10:37:01.318" v="10106" actId="478"/>
          <ac:picMkLst>
            <pc:docMk/>
            <pc:sldMk cId="955902135" sldId="294"/>
            <ac:picMk id="5" creationId="{BB1024C8-9C89-B974-AF7D-A8CB41E30FEA}"/>
          </ac:picMkLst>
        </pc:picChg>
        <pc:picChg chg="add mod">
          <ac:chgData name="ramakrishnakondeti06@gmail.com" userId="5fb9829951a3af84" providerId="LiveId" clId="{EEAA1889-91E3-44A1-AA84-516C49A19054}" dt="2026-02-16T10:37:21.428" v="10110" actId="14100"/>
          <ac:picMkLst>
            <pc:docMk/>
            <pc:sldMk cId="955902135" sldId="294"/>
            <ac:picMk id="6" creationId="{8B3059EB-30ED-D744-1048-85F935A91488}"/>
          </ac:picMkLst>
        </pc:picChg>
        <pc:picChg chg="del">
          <ac:chgData name="ramakrishnakondeti06@gmail.com" userId="5fb9829951a3af84" providerId="LiveId" clId="{EEAA1889-91E3-44A1-AA84-516C49A19054}" dt="2026-02-15T18:01:57.259" v="8589" actId="478"/>
          <ac:picMkLst>
            <pc:docMk/>
            <pc:sldMk cId="955902135" sldId="294"/>
            <ac:picMk id="6" creationId="{E529A4CF-9404-A93F-2F84-AF3C67E74CFF}"/>
          </ac:picMkLst>
        </pc:picChg>
      </pc:sldChg>
      <pc:sldChg chg="add del">
        <pc:chgData name="ramakrishnakondeti06@gmail.com" userId="5fb9829951a3af84" providerId="LiveId" clId="{EEAA1889-91E3-44A1-AA84-516C49A19054}" dt="2026-02-15T18:25:05.791" v="9161" actId="47"/>
        <pc:sldMkLst>
          <pc:docMk/>
          <pc:sldMk cId="1472724568" sldId="295"/>
        </pc:sldMkLst>
      </pc:sldChg>
      <pc:sldChg chg="addSp delSp modSp add mod">
        <pc:chgData name="ramakrishnakondeti06@gmail.com" userId="5fb9829951a3af84" providerId="LiveId" clId="{EEAA1889-91E3-44A1-AA84-516C49A19054}" dt="2026-02-16T10:52:46.936" v="10383" actId="1036"/>
        <pc:sldMkLst>
          <pc:docMk/>
          <pc:sldMk cId="2535318260" sldId="296"/>
        </pc:sldMkLst>
        <pc:spChg chg="mod">
          <ac:chgData name="ramakrishnakondeti06@gmail.com" userId="5fb9829951a3af84" providerId="LiveId" clId="{EEAA1889-91E3-44A1-AA84-516C49A19054}" dt="2026-02-16T10:39:59.035" v="10166" actId="27636"/>
          <ac:spMkLst>
            <pc:docMk/>
            <pc:sldMk cId="2535318260" sldId="296"/>
            <ac:spMk id="2" creationId="{E151F312-EE8E-5C26-8D6A-76166650C5C4}"/>
          </ac:spMkLst>
        </pc:spChg>
        <pc:spChg chg="mod">
          <ac:chgData name="ramakrishnakondeti06@gmail.com" userId="5fb9829951a3af84" providerId="LiveId" clId="{EEAA1889-91E3-44A1-AA84-516C49A19054}" dt="2026-02-16T10:52:46.936" v="10383" actId="1036"/>
          <ac:spMkLst>
            <pc:docMk/>
            <pc:sldMk cId="2535318260" sldId="296"/>
            <ac:spMk id="3" creationId="{AA77ECF4-12CC-5FE0-5360-EFF8525517B1}"/>
          </ac:spMkLst>
        </pc:spChg>
        <pc:spChg chg="del mod">
          <ac:chgData name="ramakrishnakondeti06@gmail.com" userId="5fb9829951a3af84" providerId="LiveId" clId="{EEAA1889-91E3-44A1-AA84-516C49A19054}" dt="2026-02-16T10:37:43.231" v="10116" actId="478"/>
          <ac:spMkLst>
            <pc:docMk/>
            <pc:sldMk cId="2535318260" sldId="296"/>
            <ac:spMk id="8" creationId="{8F6BD335-EDC5-556B-635B-601C6E09837C}"/>
          </ac:spMkLst>
        </pc:spChg>
        <pc:picChg chg="del">
          <ac:chgData name="ramakrishnakondeti06@gmail.com" userId="5fb9829951a3af84" providerId="LiveId" clId="{EEAA1889-91E3-44A1-AA84-516C49A19054}" dt="2026-02-15T18:04:29.145" v="8666" actId="478"/>
          <ac:picMkLst>
            <pc:docMk/>
            <pc:sldMk cId="2535318260" sldId="296"/>
            <ac:picMk id="5" creationId="{0C14FF17-12A4-5694-92DC-45E132351B1E}"/>
          </ac:picMkLst>
        </pc:picChg>
        <pc:picChg chg="add del mod">
          <ac:chgData name="ramakrishnakondeti06@gmail.com" userId="5fb9829951a3af84" providerId="LiveId" clId="{EEAA1889-91E3-44A1-AA84-516C49A19054}" dt="2026-02-16T10:37:39.137" v="10115" actId="478"/>
          <ac:picMkLst>
            <pc:docMk/>
            <pc:sldMk cId="2535318260" sldId="296"/>
            <ac:picMk id="5" creationId="{15E34252-BC4B-0646-3343-27B0FB687BDD}"/>
          </ac:picMkLst>
        </pc:picChg>
        <pc:picChg chg="add del mod">
          <ac:chgData name="ramakrishnakondeti06@gmail.com" userId="5fb9829951a3af84" providerId="LiveId" clId="{EEAA1889-91E3-44A1-AA84-516C49A19054}" dt="2026-02-16T10:00:19.512" v="9562" actId="478"/>
          <ac:picMkLst>
            <pc:docMk/>
            <pc:sldMk cId="2535318260" sldId="296"/>
            <ac:picMk id="6" creationId="{4516D069-4AF1-93DD-FCFD-CBED8CB7B4B2}"/>
          </ac:picMkLst>
        </pc:picChg>
        <pc:picChg chg="add mod">
          <ac:chgData name="ramakrishnakondeti06@gmail.com" userId="5fb9829951a3af84" providerId="LiveId" clId="{EEAA1889-91E3-44A1-AA84-516C49A19054}" dt="2026-02-16T10:49:10.016" v="10287" actId="1076"/>
          <ac:picMkLst>
            <pc:docMk/>
            <pc:sldMk cId="2535318260" sldId="296"/>
            <ac:picMk id="9" creationId="{B16DD045-DDBF-D2CC-7250-A056799A015E}"/>
          </ac:picMkLst>
        </pc:picChg>
      </pc:sldChg>
      <pc:sldChg chg="addSp delSp modSp add del mod">
        <pc:chgData name="ramakrishnakondeti06@gmail.com" userId="5fb9829951a3af84" providerId="LiveId" clId="{EEAA1889-91E3-44A1-AA84-516C49A19054}" dt="2026-02-16T10:53:01.948" v="10384" actId="47"/>
        <pc:sldMkLst>
          <pc:docMk/>
          <pc:sldMk cId="1059760940" sldId="297"/>
        </pc:sldMkLst>
        <pc:spChg chg="mod">
          <ac:chgData name="ramakrishnakondeti06@gmail.com" userId="5fb9829951a3af84" providerId="LiveId" clId="{EEAA1889-91E3-44A1-AA84-516C49A19054}" dt="2026-02-16T10:39:52.426" v="10163"/>
          <ac:spMkLst>
            <pc:docMk/>
            <pc:sldMk cId="1059760940" sldId="297"/>
            <ac:spMk id="2" creationId="{3C9F5592-BBB3-9EF9-A7DF-7E5C9AF07188}"/>
          </ac:spMkLst>
        </pc:spChg>
        <pc:spChg chg="del mod">
          <ac:chgData name="ramakrishnakondeti06@gmail.com" userId="5fb9829951a3af84" providerId="LiveId" clId="{EEAA1889-91E3-44A1-AA84-516C49A19054}" dt="2026-02-16T10:38:14.378" v="10121" actId="478"/>
          <ac:spMkLst>
            <pc:docMk/>
            <pc:sldMk cId="1059760940" sldId="297"/>
            <ac:spMk id="8" creationId="{252930F0-FCCC-0469-5F20-231CAE223047}"/>
          </ac:spMkLst>
        </pc:spChg>
        <pc:picChg chg="del">
          <ac:chgData name="ramakrishnakondeti06@gmail.com" userId="5fb9829951a3af84" providerId="LiveId" clId="{EEAA1889-91E3-44A1-AA84-516C49A19054}" dt="2026-02-15T18:06:23.128" v="8700" actId="478"/>
          <ac:picMkLst>
            <pc:docMk/>
            <pc:sldMk cId="1059760940" sldId="297"/>
            <ac:picMk id="5" creationId="{8B0BFDDB-5E92-B5AB-E78D-FAF08D009D60}"/>
          </ac:picMkLst>
        </pc:picChg>
        <pc:picChg chg="add mod">
          <ac:chgData name="ramakrishnakondeti06@gmail.com" userId="5fb9829951a3af84" providerId="LiveId" clId="{EEAA1889-91E3-44A1-AA84-516C49A19054}" dt="2026-02-16T10:38:25.193" v="10123" actId="1076"/>
          <ac:picMkLst>
            <pc:docMk/>
            <pc:sldMk cId="1059760940" sldId="297"/>
            <ac:picMk id="5" creationId="{910D7DF0-9186-82A5-D543-702E0B1048BA}"/>
          </ac:picMkLst>
        </pc:picChg>
        <pc:picChg chg="add del mod">
          <ac:chgData name="ramakrishnakondeti06@gmail.com" userId="5fb9829951a3af84" providerId="LiveId" clId="{EEAA1889-91E3-44A1-AA84-516C49A19054}" dt="2026-02-16T10:38:10.589" v="10120" actId="478"/>
          <ac:picMkLst>
            <pc:docMk/>
            <pc:sldMk cId="1059760940" sldId="297"/>
            <ac:picMk id="6" creationId="{60688817-2D49-BDBE-0ABB-3FC227AE93DE}"/>
          </ac:picMkLst>
        </pc:picChg>
      </pc:sldChg>
      <pc:sldChg chg="addSp delSp modSp add del mod">
        <pc:chgData name="ramakrishnakondeti06@gmail.com" userId="5fb9829951a3af84" providerId="LiveId" clId="{EEAA1889-91E3-44A1-AA84-516C49A19054}" dt="2026-02-16T10:53:08.107" v="10386" actId="47"/>
        <pc:sldMkLst>
          <pc:docMk/>
          <pc:sldMk cId="989837146" sldId="298"/>
        </pc:sldMkLst>
        <pc:spChg chg="mod">
          <ac:chgData name="ramakrishnakondeti06@gmail.com" userId="5fb9829951a3af84" providerId="LiveId" clId="{EEAA1889-91E3-44A1-AA84-516C49A19054}" dt="2026-02-16T10:39:22.066" v="10136" actId="27636"/>
          <ac:spMkLst>
            <pc:docMk/>
            <pc:sldMk cId="989837146" sldId="298"/>
            <ac:spMk id="2" creationId="{EB738648-F7C2-AD76-AA61-242F28FDED97}"/>
          </ac:spMkLst>
        </pc:spChg>
        <pc:spChg chg="del mod">
          <ac:chgData name="ramakrishnakondeti06@gmail.com" userId="5fb9829951a3af84" providerId="LiveId" clId="{EEAA1889-91E3-44A1-AA84-516C49A19054}" dt="2026-02-16T10:38:58.678" v="10130" actId="478"/>
          <ac:spMkLst>
            <pc:docMk/>
            <pc:sldMk cId="989837146" sldId="298"/>
            <ac:spMk id="8" creationId="{3A57B7F8-98EB-ABFA-DB37-19AA49AEFEE0}"/>
          </ac:spMkLst>
        </pc:spChg>
        <pc:picChg chg="add del mod">
          <ac:chgData name="ramakrishnakondeti06@gmail.com" userId="5fb9829951a3af84" providerId="LiveId" clId="{EEAA1889-91E3-44A1-AA84-516C49A19054}" dt="2026-02-16T10:17:33.051" v="9865" actId="478"/>
          <ac:picMkLst>
            <pc:docMk/>
            <pc:sldMk cId="989837146" sldId="298"/>
            <ac:picMk id="5" creationId="{4480C1CB-1F90-592A-B5BD-5A5CA6EADCC9}"/>
          </ac:picMkLst>
        </pc:picChg>
        <pc:picChg chg="del">
          <ac:chgData name="ramakrishnakondeti06@gmail.com" userId="5fb9829951a3af84" providerId="LiveId" clId="{EEAA1889-91E3-44A1-AA84-516C49A19054}" dt="2026-02-15T18:08:14.252" v="8770" actId="478"/>
          <ac:picMkLst>
            <pc:docMk/>
            <pc:sldMk cId="989837146" sldId="298"/>
            <ac:picMk id="6" creationId="{89BDF726-6779-F41B-D124-191132F45F31}"/>
          </ac:picMkLst>
        </pc:picChg>
        <pc:picChg chg="add del mod">
          <ac:chgData name="ramakrishnakondeti06@gmail.com" userId="5fb9829951a3af84" providerId="LiveId" clId="{EEAA1889-91E3-44A1-AA84-516C49A19054}" dt="2026-02-16T10:38:55.351" v="10129" actId="478"/>
          <ac:picMkLst>
            <pc:docMk/>
            <pc:sldMk cId="989837146" sldId="298"/>
            <ac:picMk id="6" creationId="{D7D47573-6DC4-B601-381F-CB627AD9A9F9}"/>
          </ac:picMkLst>
        </pc:picChg>
        <pc:picChg chg="add mod">
          <ac:chgData name="ramakrishnakondeti06@gmail.com" userId="5fb9829951a3af84" providerId="LiveId" clId="{EEAA1889-91E3-44A1-AA84-516C49A19054}" dt="2026-02-16T10:39:12.030" v="10133" actId="14100"/>
          <ac:picMkLst>
            <pc:docMk/>
            <pc:sldMk cId="989837146" sldId="298"/>
            <ac:picMk id="9" creationId="{FC992090-384E-385A-0E4F-1BC374FC4FE9}"/>
          </ac:picMkLst>
        </pc:picChg>
      </pc:sldChg>
      <pc:sldChg chg="add del">
        <pc:chgData name="ramakrishnakondeti06@gmail.com" userId="5fb9829951a3af84" providerId="LiveId" clId="{EEAA1889-91E3-44A1-AA84-516C49A19054}" dt="2026-02-15T18:04:15.770" v="8663"/>
        <pc:sldMkLst>
          <pc:docMk/>
          <pc:sldMk cId="1886002072" sldId="298"/>
        </pc:sldMkLst>
      </pc:sldChg>
      <pc:sldChg chg="modSp new mod">
        <pc:chgData name="ramakrishnakondeti06@gmail.com" userId="5fb9829951a3af84" providerId="LiveId" clId="{EEAA1889-91E3-44A1-AA84-516C49A19054}" dt="2026-02-15T18:52:58.228" v="9351" actId="255"/>
        <pc:sldMkLst>
          <pc:docMk/>
          <pc:sldMk cId="743404166" sldId="299"/>
        </pc:sldMkLst>
        <pc:spChg chg="mod">
          <ac:chgData name="ramakrishnakondeti06@gmail.com" userId="5fb9829951a3af84" providerId="LiveId" clId="{EEAA1889-91E3-44A1-AA84-516C49A19054}" dt="2026-02-15T18:34:18.720" v="9213" actId="20577"/>
          <ac:spMkLst>
            <pc:docMk/>
            <pc:sldMk cId="743404166" sldId="299"/>
            <ac:spMk id="2" creationId="{DE3DA8A5-A84F-7567-9EF1-4A7D037E45A8}"/>
          </ac:spMkLst>
        </pc:spChg>
        <pc:spChg chg="mod">
          <ac:chgData name="ramakrishnakondeti06@gmail.com" userId="5fb9829951a3af84" providerId="LiveId" clId="{EEAA1889-91E3-44A1-AA84-516C49A19054}" dt="2026-02-15T18:52:58.228" v="9351" actId="255"/>
          <ac:spMkLst>
            <pc:docMk/>
            <pc:sldMk cId="743404166" sldId="299"/>
            <ac:spMk id="3" creationId="{15A98889-1FD1-7077-CED1-7112CB737D18}"/>
          </ac:spMkLst>
        </pc:spChg>
      </pc:sldChg>
      <pc:sldChg chg="addSp modSp new mod">
        <pc:chgData name="ramakrishnakondeti06@gmail.com" userId="5fb9829951a3af84" providerId="LiveId" clId="{EEAA1889-91E3-44A1-AA84-516C49A19054}" dt="2026-02-16T09:47:53.632" v="9523" actId="1076"/>
        <pc:sldMkLst>
          <pc:docMk/>
          <pc:sldMk cId="359083851" sldId="300"/>
        </pc:sldMkLst>
        <pc:spChg chg="mod">
          <ac:chgData name="ramakrishnakondeti06@gmail.com" userId="5fb9829951a3af84" providerId="LiveId" clId="{EEAA1889-91E3-44A1-AA84-516C49A19054}" dt="2026-02-16T09:47:16.977" v="9518" actId="255"/>
          <ac:spMkLst>
            <pc:docMk/>
            <pc:sldMk cId="359083851" sldId="300"/>
            <ac:spMk id="2" creationId="{93E03840-8609-8652-6276-D08C25BB7E4C}"/>
          </ac:spMkLst>
        </pc:spChg>
        <pc:picChg chg="add mod">
          <ac:chgData name="ramakrishnakondeti06@gmail.com" userId="5fb9829951a3af84" providerId="LiveId" clId="{EEAA1889-91E3-44A1-AA84-516C49A19054}" dt="2026-02-16T09:47:53.632" v="9523" actId="1076"/>
          <ac:picMkLst>
            <pc:docMk/>
            <pc:sldMk cId="359083851" sldId="300"/>
            <ac:picMk id="5" creationId="{D250E05C-BC47-D399-64BC-F46597A67DF7}"/>
          </ac:picMkLst>
        </pc:picChg>
      </pc:sldChg>
      <pc:sldChg chg="addSp delSp modSp new del mod chgLayout">
        <pc:chgData name="ramakrishnakondeti06@gmail.com" userId="5fb9829951a3af84" providerId="LiveId" clId="{EEAA1889-91E3-44A1-AA84-516C49A19054}" dt="2026-02-16T09:55:15.582" v="9560" actId="2696"/>
        <pc:sldMkLst>
          <pc:docMk/>
          <pc:sldMk cId="1452148319" sldId="301"/>
        </pc:sldMkLst>
        <pc:spChg chg="del">
          <ac:chgData name="ramakrishnakondeti06@gmail.com" userId="5fb9829951a3af84" providerId="LiveId" clId="{EEAA1889-91E3-44A1-AA84-516C49A19054}" dt="2026-02-16T09:53:43.788" v="9525" actId="700"/>
          <ac:spMkLst>
            <pc:docMk/>
            <pc:sldMk cId="1452148319" sldId="301"/>
            <ac:spMk id="2" creationId="{F3F861DB-48F6-FA39-AD3D-207CA7AC62E7}"/>
          </ac:spMkLst>
        </pc:spChg>
        <pc:spChg chg="del">
          <ac:chgData name="ramakrishnakondeti06@gmail.com" userId="5fb9829951a3af84" providerId="LiveId" clId="{EEAA1889-91E3-44A1-AA84-516C49A19054}" dt="2026-02-16T09:53:43.788" v="9525" actId="700"/>
          <ac:spMkLst>
            <pc:docMk/>
            <pc:sldMk cId="1452148319" sldId="301"/>
            <ac:spMk id="3" creationId="{3A328DB3-E24F-3D98-2B23-50F26E1F78E5}"/>
          </ac:spMkLst>
        </pc:spChg>
        <pc:spChg chg="add mod ord">
          <ac:chgData name="ramakrishnakondeti06@gmail.com" userId="5fb9829951a3af84" providerId="LiveId" clId="{EEAA1889-91E3-44A1-AA84-516C49A19054}" dt="2026-02-16T09:54:54.529" v="9559" actId="113"/>
          <ac:spMkLst>
            <pc:docMk/>
            <pc:sldMk cId="1452148319" sldId="301"/>
            <ac:spMk id="4" creationId="{E1B4AC2D-16A4-F24A-CFA6-24FEA0E5BC5E}"/>
          </ac:spMkLst>
        </pc:spChg>
        <pc:spChg chg="add mod ord">
          <ac:chgData name="ramakrishnakondeti06@gmail.com" userId="5fb9829951a3af84" providerId="LiveId" clId="{EEAA1889-91E3-44A1-AA84-516C49A19054}" dt="2026-02-16T09:53:43.788" v="9525" actId="700"/>
          <ac:spMkLst>
            <pc:docMk/>
            <pc:sldMk cId="1452148319" sldId="301"/>
            <ac:spMk id="5" creationId="{8F2007E6-172F-7413-62A3-C0E6FCB74DAE}"/>
          </ac:spMkLst>
        </pc:spChg>
        <pc:picChg chg="add mod">
          <ac:chgData name="ramakrishnakondeti06@gmail.com" userId="5fb9829951a3af84" providerId="LiveId" clId="{EEAA1889-91E3-44A1-AA84-516C49A19054}" dt="2026-02-16T09:54:25.444" v="9530" actId="14100"/>
          <ac:picMkLst>
            <pc:docMk/>
            <pc:sldMk cId="1452148319" sldId="301"/>
            <ac:picMk id="7" creationId="{0EC85948-A501-B442-2698-C345B32CB4C5}"/>
          </ac:picMkLst>
        </pc:picChg>
      </pc:sldChg>
      <pc:sldChg chg="add del">
        <pc:chgData name="ramakrishnakondeti06@gmail.com" userId="5fb9829951a3af84" providerId="LiveId" clId="{EEAA1889-91E3-44A1-AA84-516C49A19054}" dt="2026-02-16T10:40:49.539" v="10167" actId="2696"/>
        <pc:sldMkLst>
          <pc:docMk/>
          <pc:sldMk cId="3345070556" sldId="301"/>
        </pc:sldMkLst>
      </pc:sldChg>
      <pc:sldChg chg="addSp delSp modSp add mod">
        <pc:chgData name="ramakrishnakondeti06@gmail.com" userId="5fb9829951a3af84" providerId="LiveId" clId="{EEAA1889-91E3-44A1-AA84-516C49A19054}" dt="2026-02-16T10:43:32.023" v="10174" actId="14100"/>
        <pc:sldMkLst>
          <pc:docMk/>
          <pc:sldMk cId="4169079216" sldId="301"/>
        </pc:sldMkLst>
        <pc:picChg chg="add mod">
          <ac:chgData name="ramakrishnakondeti06@gmail.com" userId="5fb9829951a3af84" providerId="LiveId" clId="{EEAA1889-91E3-44A1-AA84-516C49A19054}" dt="2026-02-16T10:43:32.023" v="10174" actId="14100"/>
          <ac:picMkLst>
            <pc:docMk/>
            <pc:sldMk cId="4169079216" sldId="301"/>
            <ac:picMk id="3" creationId="{3188B6E3-F534-EF05-8635-1DD74D5BD9E1}"/>
          </ac:picMkLst>
        </pc:picChg>
        <pc:picChg chg="del">
          <ac:chgData name="ramakrishnakondeti06@gmail.com" userId="5fb9829951a3af84" providerId="LiveId" clId="{EEAA1889-91E3-44A1-AA84-516C49A19054}" dt="2026-02-16T10:42:52.809" v="10170" actId="478"/>
          <ac:picMkLst>
            <pc:docMk/>
            <pc:sldMk cId="4169079216" sldId="301"/>
            <ac:picMk id="7" creationId="{0EC85948-A501-B442-2698-C345B32CB4C5}"/>
          </ac:picMkLst>
        </pc:picChg>
      </pc:sldChg>
      <pc:sldChg chg="addSp delSp modSp new del mod">
        <pc:chgData name="ramakrishnakondeti06@gmail.com" userId="5fb9829951a3af84" providerId="LiveId" clId="{EEAA1889-91E3-44A1-AA84-516C49A19054}" dt="2026-02-16T10:53:05.798" v="10385" actId="47"/>
        <pc:sldMkLst>
          <pc:docMk/>
          <pc:sldMk cId="2707783314" sldId="302"/>
        </pc:sldMkLst>
        <pc:spChg chg="mod">
          <ac:chgData name="ramakrishnakondeti06@gmail.com" userId="5fb9829951a3af84" providerId="LiveId" clId="{EEAA1889-91E3-44A1-AA84-516C49A19054}" dt="2026-02-16T10:39:40.561" v="10159"/>
          <ac:spMkLst>
            <pc:docMk/>
            <pc:sldMk cId="2707783314" sldId="302"/>
            <ac:spMk id="2" creationId="{CC39E255-D4ED-D7DD-0587-14743107FCC1}"/>
          </ac:spMkLst>
        </pc:spChg>
        <pc:spChg chg="add del mod">
          <ac:chgData name="ramakrishnakondeti06@gmail.com" userId="5fb9829951a3af84" providerId="LiveId" clId="{EEAA1889-91E3-44A1-AA84-516C49A19054}" dt="2026-02-16T10:38:35.195" v="10125" actId="478"/>
          <ac:spMkLst>
            <pc:docMk/>
            <pc:sldMk cId="2707783314" sldId="302"/>
            <ac:spMk id="6" creationId="{E4C112F1-0DDE-3F6E-22F3-6454858C2604}"/>
          </ac:spMkLst>
        </pc:spChg>
        <pc:picChg chg="add del mod">
          <ac:chgData name="ramakrishnakondeti06@gmail.com" userId="5fb9829951a3af84" providerId="LiveId" clId="{EEAA1889-91E3-44A1-AA84-516C49A19054}" dt="2026-02-16T10:38:31.937" v="10124" actId="478"/>
          <ac:picMkLst>
            <pc:docMk/>
            <pc:sldMk cId="2707783314" sldId="302"/>
            <ac:picMk id="5" creationId="{9F0278EA-C097-88CA-68A4-B07BAF913FFA}"/>
          </ac:picMkLst>
        </pc:picChg>
        <pc:picChg chg="add mod">
          <ac:chgData name="ramakrishnakondeti06@gmail.com" userId="5fb9829951a3af84" providerId="LiveId" clId="{EEAA1889-91E3-44A1-AA84-516C49A19054}" dt="2026-02-16T10:38:51.485" v="10128" actId="1076"/>
          <ac:picMkLst>
            <pc:docMk/>
            <pc:sldMk cId="2707783314" sldId="302"/>
            <ac:picMk id="8" creationId="{C8D3923E-821C-44D3-0363-23AA0800E97D}"/>
          </ac:picMkLst>
        </pc:picChg>
      </pc:sldChg>
      <pc:sldChg chg="addSp delSp modSp new mod">
        <pc:chgData name="ramakrishnakondeti06@gmail.com" userId="5fb9829951a3af84" providerId="LiveId" clId="{EEAA1889-91E3-44A1-AA84-516C49A19054}" dt="2026-02-16T10:51:29.124" v="10297" actId="14100"/>
        <pc:sldMkLst>
          <pc:docMk/>
          <pc:sldMk cId="1482835279" sldId="303"/>
        </pc:sldMkLst>
        <pc:spChg chg="mod">
          <ac:chgData name="ramakrishnakondeti06@gmail.com" userId="5fb9829951a3af84" providerId="LiveId" clId="{EEAA1889-91E3-44A1-AA84-516C49A19054}" dt="2026-02-16T10:21:20.019" v="9973" actId="255"/>
          <ac:spMkLst>
            <pc:docMk/>
            <pc:sldMk cId="1482835279" sldId="303"/>
            <ac:spMk id="2" creationId="{E8C8BB76-FECC-BCD6-82F5-703F23B539EF}"/>
          </ac:spMkLst>
        </pc:spChg>
        <pc:picChg chg="add del mod">
          <ac:chgData name="ramakrishnakondeti06@gmail.com" userId="5fb9829951a3af84" providerId="LiveId" clId="{EEAA1889-91E3-44A1-AA84-516C49A19054}" dt="2026-02-16T10:51:03.032" v="10290" actId="478"/>
          <ac:picMkLst>
            <pc:docMk/>
            <pc:sldMk cId="1482835279" sldId="303"/>
            <ac:picMk id="5" creationId="{B81DA0F5-B09F-6227-3622-C276C5ABC987}"/>
          </ac:picMkLst>
        </pc:picChg>
        <pc:picChg chg="add mod">
          <ac:chgData name="ramakrishnakondeti06@gmail.com" userId="5fb9829951a3af84" providerId="LiveId" clId="{EEAA1889-91E3-44A1-AA84-516C49A19054}" dt="2026-02-16T10:51:29.124" v="10297" actId="14100"/>
          <ac:picMkLst>
            <pc:docMk/>
            <pc:sldMk cId="1482835279" sldId="303"/>
            <ac:picMk id="7" creationId="{E6D7E8EB-5A81-5DF2-14AF-2E87F102F951}"/>
          </ac:picMkLst>
        </pc:picChg>
      </pc:sldChg>
      <pc:sldChg chg="add">
        <pc:chgData name="ramakrishnakondeti06@gmail.com" userId="5fb9829951a3af84" providerId="LiveId" clId="{EEAA1889-91E3-44A1-AA84-516C49A19054}" dt="2026-02-16T10:33:38.021" v="10055"/>
        <pc:sldMkLst>
          <pc:docMk/>
          <pc:sldMk cId="2654449377" sldId="304"/>
        </pc:sldMkLst>
      </pc:sldChg>
      <pc:sldChg chg="add">
        <pc:chgData name="ramakrishnakondeti06@gmail.com" userId="5fb9829951a3af84" providerId="LiveId" clId="{EEAA1889-91E3-44A1-AA84-516C49A19054}" dt="2026-02-16T10:33:42.279" v="10056"/>
        <pc:sldMkLst>
          <pc:docMk/>
          <pc:sldMk cId="1046813816" sldId="305"/>
        </pc:sldMkLst>
      </pc:sldChg>
      <pc:sldChg chg="add">
        <pc:chgData name="ramakrishnakondeti06@gmail.com" userId="5fb9829951a3af84" providerId="LiveId" clId="{EEAA1889-91E3-44A1-AA84-516C49A19054}" dt="2026-02-16T10:33:46.736" v="10057"/>
        <pc:sldMkLst>
          <pc:docMk/>
          <pc:sldMk cId="980273533" sldId="306"/>
        </pc:sldMkLst>
      </pc:sldChg>
      <pc:sldChg chg="add">
        <pc:chgData name="ramakrishnakondeti06@gmail.com" userId="5fb9829951a3af84" providerId="LiveId" clId="{EEAA1889-91E3-44A1-AA84-516C49A19054}" dt="2026-02-16T10:33:51.142" v="10058"/>
        <pc:sldMkLst>
          <pc:docMk/>
          <pc:sldMk cId="3613209723" sldId="307"/>
        </pc:sldMkLst>
      </pc:sldChg>
      <pc:sldChg chg="add">
        <pc:chgData name="ramakrishnakondeti06@gmail.com" userId="5fb9829951a3af84" providerId="LiveId" clId="{EEAA1889-91E3-44A1-AA84-516C49A19054}" dt="2026-02-16T10:33:54.770" v="10059"/>
        <pc:sldMkLst>
          <pc:docMk/>
          <pc:sldMk cId="4021119348" sldId="308"/>
        </pc:sldMkLst>
      </pc:sldChg>
      <pc:sldChg chg="add">
        <pc:chgData name="ramakrishnakondeti06@gmail.com" userId="5fb9829951a3af84" providerId="LiveId" clId="{EEAA1889-91E3-44A1-AA84-516C49A19054}" dt="2026-02-16T10:33:58.562" v="10060"/>
        <pc:sldMkLst>
          <pc:docMk/>
          <pc:sldMk cId="1262081911" sldId="309"/>
        </pc:sldMkLst>
      </pc:sldChg>
      <pc:sldChg chg="modSp add mod">
        <pc:chgData name="ramakrishnakondeti06@gmail.com" userId="5fb9829951a3af84" providerId="LiveId" clId="{EEAA1889-91E3-44A1-AA84-516C49A19054}" dt="2026-02-16T10:39:35.598" v="10149" actId="21"/>
        <pc:sldMkLst>
          <pc:docMk/>
          <pc:sldMk cId="825149357" sldId="310"/>
        </pc:sldMkLst>
        <pc:spChg chg="mod">
          <ac:chgData name="ramakrishnakondeti06@gmail.com" userId="5fb9829951a3af84" providerId="LiveId" clId="{EEAA1889-91E3-44A1-AA84-516C49A19054}" dt="2026-02-16T10:39:35.598" v="10149" actId="21"/>
          <ac:spMkLst>
            <pc:docMk/>
            <pc:sldMk cId="825149357" sldId="310"/>
            <ac:spMk id="2" creationId="{FF466601-7889-DFEF-E720-2AD8EF097110}"/>
          </ac:spMkLst>
        </pc:spChg>
      </pc:sldChg>
      <pc:sldChg chg="add">
        <pc:chgData name="ramakrishnakondeti06@gmail.com" userId="5fb9829951a3af84" providerId="LiveId" clId="{EEAA1889-91E3-44A1-AA84-516C49A19054}" dt="2026-02-16T10:34:07.391" v="10062"/>
        <pc:sldMkLst>
          <pc:docMk/>
          <pc:sldMk cId="1157193760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078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8101405" cy="624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102660"/>
            <a:ext cx="10515600" cy="5074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6724426" cy="958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57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Scraping &amp; EDA on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Eazy</a:t>
            </a:r>
            <a:r>
              <a:rPr lang="en-IN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Diner Website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66962" y="1587256"/>
            <a:ext cx="461017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 1: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K. Ramakrishna, B. Tech</a:t>
            </a: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ECE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ID: 81010810425, Batch: 448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 2: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G. Sriniv</a:t>
            </a: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B. Tech in CSE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ID: 81010815325 , Batch: 448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en-IN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 3: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K. Shiva Shankar, B. Tech in CSE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ID: 81010816825 , Batch: 448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66961" y="577580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E01F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About </a:t>
            </a:r>
            <a:r>
              <a:rPr lang="en-IN" sz="3200" b="1" dirty="0">
                <a:solidFill>
                  <a:srgbClr val="E01F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us</a:t>
            </a:r>
            <a:endParaRPr sz="1800" b="1" i="0" u="none" strike="noStrike" cap="none" dirty="0">
              <a:solidFill>
                <a:srgbClr val="E01F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F5A8-4FE7-E0F9-EA71-CFAD8EB2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706374" cy="819569"/>
          </a:xfrm>
        </p:spPr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38697-E05D-48C2-D9C4-DAEDB5FB7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305465"/>
            <a:ext cx="9818297" cy="458970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+mn-lt"/>
              </a:rPr>
              <a:t>The main business problem is to analyze restaurant ratings and pricing trends across different cities on </a:t>
            </a:r>
            <a:r>
              <a:rPr lang="en-US" sz="2000" b="1" i="1" dirty="0">
                <a:latin typeface="+mn-lt"/>
              </a:rPr>
              <a:t>EazyDiner</a:t>
            </a:r>
            <a:r>
              <a:rPr lang="en-US" sz="2000" dirty="0">
                <a:latin typeface="+mn-lt"/>
              </a:rPr>
              <a:t> and understand whether pricing, city or discounts influence customer ratings. 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sz="2000" dirty="0">
              <a:latin typeface="+mn-lt"/>
            </a:endParaRP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29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+mn-lt"/>
              </a:rPr>
              <a:t>We do scrape restaurants over multiple cities followed by cleaning and structuring of data then onto performing EDA and finally deriving business insights.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007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A8A5-A84F-7567-9EF1-4A7D037E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Flow of Entire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98889-1FD1-7077-CED1-7112CB73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+mn-lt"/>
              </a:rPr>
              <a:t>Website</a:t>
            </a:r>
          </a:p>
          <a:p>
            <a:pPr marL="114300" indent="0">
              <a:buNone/>
            </a:pPr>
            <a:r>
              <a:rPr lang="en-IN" sz="1800" dirty="0">
                <a:latin typeface="+mn-lt"/>
              </a:rPr>
              <a:t>        ↓</a:t>
            </a:r>
          </a:p>
          <a:p>
            <a:r>
              <a:rPr lang="en-IN" sz="1800" dirty="0">
                <a:latin typeface="+mn-lt"/>
              </a:rPr>
              <a:t>Web Scraping (Requests + BS4)</a:t>
            </a:r>
          </a:p>
          <a:p>
            <a:pPr marL="114300" indent="0">
              <a:buNone/>
            </a:pPr>
            <a:r>
              <a:rPr lang="en-IN" sz="1800" dirty="0">
                <a:latin typeface="+mn-lt"/>
              </a:rPr>
              <a:t>        ↓</a:t>
            </a:r>
          </a:p>
          <a:p>
            <a:r>
              <a:rPr lang="en-IN" sz="1800" dirty="0">
                <a:latin typeface="+mn-lt"/>
              </a:rPr>
              <a:t>Raw Data (.csv)</a:t>
            </a:r>
          </a:p>
          <a:p>
            <a:pPr marL="114300" indent="0">
              <a:buNone/>
            </a:pPr>
            <a:r>
              <a:rPr lang="en-IN" sz="1800" dirty="0">
                <a:latin typeface="+mn-lt"/>
              </a:rPr>
              <a:t>        ↓</a:t>
            </a:r>
          </a:p>
          <a:p>
            <a:r>
              <a:rPr lang="en-IN" sz="1800" dirty="0">
                <a:latin typeface="+mn-lt"/>
              </a:rPr>
              <a:t>Data Cleaning (Pandas + Regex)</a:t>
            </a:r>
          </a:p>
          <a:p>
            <a:pPr marL="114300" indent="0">
              <a:buNone/>
            </a:pPr>
            <a:r>
              <a:rPr lang="en-IN" sz="1800" dirty="0">
                <a:latin typeface="+mn-lt"/>
              </a:rPr>
              <a:t>        ↓</a:t>
            </a:r>
          </a:p>
          <a:p>
            <a:r>
              <a:rPr lang="en-IN" sz="1800" dirty="0">
                <a:latin typeface="+mn-lt"/>
              </a:rPr>
              <a:t>EDA (Seaborn + Matplotlib)</a:t>
            </a:r>
          </a:p>
          <a:p>
            <a:pPr marL="114300" indent="0">
              <a:buNone/>
            </a:pPr>
            <a:r>
              <a:rPr lang="en-IN" sz="1800" dirty="0">
                <a:latin typeface="+mn-lt"/>
              </a:rPr>
              <a:t>        ↓</a:t>
            </a:r>
          </a:p>
          <a:p>
            <a:r>
              <a:rPr lang="en-IN" sz="1800" dirty="0">
                <a:latin typeface="+mn-lt"/>
              </a:rPr>
              <a:t>Insights &amp; Business Conclusion</a:t>
            </a:r>
          </a:p>
        </p:txBody>
      </p:sp>
    </p:spTree>
    <p:extLst>
      <p:ext uri="{BB962C8B-B14F-4D97-AF65-F5344CB8AC3E}">
        <p14:creationId xmlns:p14="http://schemas.microsoft.com/office/powerpoint/2010/main" val="74340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293A-632F-D3FF-69C8-241D7F22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Data Collection Process Snippet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EE959-FFAA-81EA-9A7F-025999B97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IN" sz="2000" b="1" dirty="0">
              <a:latin typeface="+mn-lt"/>
            </a:endParaRPr>
          </a:p>
          <a:p>
            <a:pPr marL="114300" indent="0">
              <a:buNone/>
            </a:pPr>
            <a:endParaRPr lang="en-IN" sz="2000" b="1" dirty="0">
              <a:latin typeface="+mn-lt"/>
            </a:endParaRPr>
          </a:p>
          <a:p>
            <a:pPr marL="114300" indent="0">
              <a:buNone/>
            </a:pPr>
            <a:endParaRPr lang="en-IN" sz="20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51474B-D331-0D5F-7F60-8D1E2DC5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31" y="1102660"/>
            <a:ext cx="7735821" cy="519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3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3840-8609-8652-6276-D08C25BB7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Raw Dataframe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E216E-5BCE-A676-B86C-A262A0DEA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0E05C-BC47-D399-64BC-F46597A67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2660"/>
            <a:ext cx="9615578" cy="50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3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CFCF-262A-9C1D-3AFF-DD0AED19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Dataset(Uncleaned)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3A427E-183B-21FC-B571-B510BB4D0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89957"/>
            <a:ext cx="6735115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5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B4AC2D-16A4-F24A-CFA6-24FEA0E5B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Data Cleaning Code Snippet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007E6-172F-7413-62A3-C0E6FCB74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88B6E3-F534-EF05-8635-1DD74D5BD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810"/>
            <a:ext cx="8357558" cy="511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7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810E0-476A-0964-EDBC-7A8E7BBD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Data Cleaning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346EB-0D2F-29DD-9607-333EB7878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19913"/>
            <a:ext cx="10515600" cy="5074304"/>
          </a:xfrm>
        </p:spPr>
        <p:txBody>
          <a:bodyPr/>
          <a:lstStyle/>
          <a:p>
            <a:r>
              <a:rPr lang="en-IN" sz="2000" dirty="0">
                <a:latin typeface="+mn-lt"/>
              </a:rPr>
              <a:t>Dealt with missing values, NaNs.</a:t>
            </a:r>
          </a:p>
          <a:p>
            <a:r>
              <a:rPr lang="en-IN" sz="2000" dirty="0">
                <a:latin typeface="+mn-lt"/>
              </a:rPr>
              <a:t>Changed column names so they are all in proper format.</a:t>
            </a:r>
          </a:p>
          <a:p>
            <a:r>
              <a:rPr lang="en-IN" sz="2000" dirty="0">
                <a:latin typeface="+mn-lt"/>
              </a:rPr>
              <a:t>Removed duplicates.</a:t>
            </a:r>
          </a:p>
          <a:p>
            <a:r>
              <a:rPr lang="en-IN" sz="2000" dirty="0">
                <a:latin typeface="+mn-lt"/>
              </a:rPr>
              <a:t>Segregated each column based on their datatypes.</a:t>
            </a:r>
          </a:p>
          <a:p>
            <a:r>
              <a:rPr lang="en-US" sz="2000" dirty="0">
                <a:latin typeface="+mn-lt"/>
              </a:rPr>
              <a:t>Outliers are retained as they represent genuine data </a:t>
            </a:r>
            <a:r>
              <a:rPr lang="en-US" sz="2000" dirty="0"/>
              <a:t>during EDA </a:t>
            </a:r>
            <a:r>
              <a:rPr lang="en-US" sz="2000" dirty="0">
                <a:latin typeface="+mn-lt"/>
              </a:rPr>
              <a:t>.</a:t>
            </a:r>
            <a:r>
              <a:rPr lang="en-IN" sz="2000" dirty="0">
                <a:latin typeface="+mn-lt"/>
              </a:rPr>
              <a:t> </a:t>
            </a:r>
          </a:p>
          <a:p>
            <a:pPr marL="114300" indent="0">
              <a:buNone/>
            </a:pPr>
            <a:r>
              <a:rPr lang="en-IN" sz="2000" dirty="0">
                <a:latin typeface="+mn-lt"/>
              </a:rPr>
              <a:t>		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DE373-220F-7323-8647-D6FC7BBB1E75}"/>
              </a:ext>
            </a:extLst>
          </p:cNvPr>
          <p:cNvSpPr txBox="1"/>
          <p:nvPr/>
        </p:nvSpPr>
        <p:spPr>
          <a:xfrm>
            <a:off x="5009071" y="5891900"/>
            <a:ext cx="3226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Cleaned Dataframe Head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9880C2-0862-AF70-0D50-579FEAF97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85" y="3281559"/>
            <a:ext cx="10165943" cy="251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16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80F83-016C-F54B-4D2F-3F258072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3BE7-84DC-4DC1-E383-0D89CCE7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Univariate Analysis: Rating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22FAA-6820-6EE3-D464-AE40F5B29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F596A-DA60-1D3C-8880-A850B582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2660"/>
            <a:ext cx="6856562" cy="4113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A38162-8C8B-3D96-7CCA-F86D3E839088}"/>
              </a:ext>
            </a:extLst>
          </p:cNvPr>
          <p:cNvSpPr txBox="1"/>
          <p:nvPr/>
        </p:nvSpPr>
        <p:spPr>
          <a:xfrm>
            <a:off x="7694762" y="1377781"/>
            <a:ext cx="34534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restaurants rated between 4.0–4.5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few poor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strong quality presence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44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B974-CE75-913F-5262-D24A8BAD9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DFE7-2B42-BA4E-879D-5C4A6370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Univariate Analysis: Cost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5D8FA-EFAB-194B-C7BF-FA11E80C3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08AC1-B07C-0BC0-7761-C49725BCB8D3}"/>
              </a:ext>
            </a:extLst>
          </p:cNvPr>
          <p:cNvSpPr txBox="1"/>
          <p:nvPr/>
        </p:nvSpPr>
        <p:spPr>
          <a:xfrm>
            <a:off x="7694762" y="1377781"/>
            <a:ext cx="34534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0C0C0"/>
                </a:highlight>
                <a:uLnTx/>
                <a:uFillTx/>
                <a:latin typeface="Arial"/>
                <a:cs typeface="Arial"/>
                <a:sym typeface="Arial"/>
              </a:rPr>
              <a:t>Insights: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Majority fall in ₹700–₹1500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Very few premium &gt; ₹3000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Platform focuses on mid-range customers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C290A-D06E-D857-3365-B82E9A8A0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91877"/>
            <a:ext cx="6786122" cy="40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1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14B4-B644-A4B1-E11E-A230015E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9D56-E16C-0336-251F-793BFCF6E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Univariate Analysis: Top Cuisines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15867-6E97-7F9B-4235-43B113C6F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19ECF-AE21-9AFB-B4E5-52E770B6C3DD}"/>
              </a:ext>
            </a:extLst>
          </p:cNvPr>
          <p:cNvSpPr txBox="1"/>
          <p:nvPr/>
        </p:nvSpPr>
        <p:spPr>
          <a:xfrm>
            <a:off x="8292870" y="1579064"/>
            <a:ext cx="34534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Multicuisine dominates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Indian &amp; North Indian strong </a:t>
            </a:r>
          </a:p>
          <a:p>
            <a:r>
              <a:rPr lang="en-US" dirty="0"/>
              <a:t>      presence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prefer variety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0A430-E97A-7977-DCEB-3A1089139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92599"/>
            <a:ext cx="7454670" cy="447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7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7B0F5-1D0E-A08D-99E2-B034E7E36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55E5-C67B-E04A-1134-52455A51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Bivariate Analysis: Rating vs Cost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92EE5-99AD-B259-4C85-4F00C265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E120F-5AB4-4879-A74A-8E8DAC4747F9}"/>
              </a:ext>
            </a:extLst>
          </p:cNvPr>
          <p:cNvSpPr txBox="1"/>
          <p:nvPr/>
        </p:nvSpPr>
        <p:spPr>
          <a:xfrm>
            <a:off x="7694762" y="1377781"/>
            <a:ext cx="34534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strong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Expense doesn’t automatically reflect in Higher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Experience matters more than pricing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DCA4E-C052-2625-0859-8ED5D917E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85" y="1174624"/>
            <a:ext cx="6699858" cy="401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0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CDE2-2B38-7B45-CA65-5B24979D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F312-EE8E-5C26-8D6A-76166650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Bivariate Analysis: Average Rating by City Code Snippet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7ECF4-12CC-5FE0-5360-EFF852551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8411"/>
            <a:ext cx="10515600" cy="5074304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+mn-lt"/>
              </a:rPr>
              <a:t>Bar chart to be drawn with only Indian cities while excluding Dubai and Abu-Dhabi.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6DD045-DDBF-D2CC-7250-A056799A0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22" y="1778769"/>
            <a:ext cx="8151726" cy="38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18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53DEF-3903-0431-6437-193528B4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82C72-853E-59C4-0B74-86DE40FD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Bivariate Analysis: Average Rating by 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9680B-7DD7-7BB7-A9BE-64E48D3C8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E80AF-A3D1-DF41-1DBE-74ECAD8B1171}"/>
              </a:ext>
            </a:extLst>
          </p:cNvPr>
          <p:cNvSpPr txBox="1"/>
          <p:nvPr/>
        </p:nvSpPr>
        <p:spPr>
          <a:xfrm>
            <a:off x="904336" y="5666753"/>
            <a:ext cx="10449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Insights: </a:t>
            </a:r>
          </a:p>
          <a:p>
            <a:r>
              <a:rPr lang="en-US" dirty="0"/>
              <a:t>1. Most cities have average ratings between 4.0–4.4, meaning quality levels are quite consistent across cities | 2 .No city shows extremely poor average rating.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E568D-2155-F78D-4DBF-951BD47F8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2660"/>
            <a:ext cx="9421483" cy="458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19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BA04-7C8D-BE49-7D1A-EF6E6D1F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F258-8C97-D39A-F5C1-7C9607DA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Bivariate Analysis: Discount vs Rating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9ED8B-990D-886E-CD69-B61096227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A9029-11D2-D8A6-4B23-CDB54F916BE5}"/>
              </a:ext>
            </a:extLst>
          </p:cNvPr>
          <p:cNvSpPr txBox="1"/>
          <p:nvPr/>
        </p:nvSpPr>
        <p:spPr>
          <a:xfrm>
            <a:off x="7694762" y="1377781"/>
            <a:ext cx="34534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Discount does not significantly increase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Ratings driven by service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Promotions may not always lead to satisfaction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4DFF0-3EBA-62FA-DDB2-CC4814BB5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96" y="1102660"/>
            <a:ext cx="6822066" cy="409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81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9078-92E3-7295-190D-55752ED0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6601-7889-DFEF-E720-2AD8EF0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Bivariate Analysis: City vs Cost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03E95-ABB1-F059-50A6-72A120D0C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CCA42-4488-FAD1-C614-6C40CE2F1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5616"/>
            <a:ext cx="7452722" cy="5074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114EE8-574E-A55B-FB22-D0967FC58862}"/>
              </a:ext>
            </a:extLst>
          </p:cNvPr>
          <p:cNvSpPr txBox="1"/>
          <p:nvPr/>
        </p:nvSpPr>
        <p:spPr>
          <a:xfrm>
            <a:off x="8143336" y="1673525"/>
            <a:ext cx="291572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Insights:</a:t>
            </a:r>
          </a:p>
          <a:p>
            <a:pPr marL="342900" indent="-342900">
              <a:buAutoNum type="arabicPeriod"/>
            </a:pPr>
            <a:r>
              <a:rPr lang="en-IN" dirty="0"/>
              <a:t>Cost for two is predominantly high in the cities of Mumbai, Bengaluru, Delhi-NCR.</a:t>
            </a:r>
          </a:p>
          <a:p>
            <a:pPr marL="342900" indent="-342900">
              <a:buAutoNum type="arabicPeriod"/>
            </a:pPr>
            <a:r>
              <a:rPr lang="en-IN" dirty="0"/>
              <a:t>Goa offers most affordable prices among the top 10 cities.</a:t>
            </a:r>
          </a:p>
        </p:txBody>
      </p:sp>
    </p:spTree>
    <p:extLst>
      <p:ext uri="{BB962C8B-B14F-4D97-AF65-F5344CB8AC3E}">
        <p14:creationId xmlns:p14="http://schemas.microsoft.com/office/powerpoint/2010/main" val="825149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E191-12AD-E4D6-226E-CF5F6479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1F6C-E7F9-F095-3EC4-6FF05951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Multivariate Analysis: Correlation Heatmap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17CF4-19F4-9652-02E9-BDC6E201B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559ED-701A-CE9E-BED7-67CC829375AE}"/>
              </a:ext>
            </a:extLst>
          </p:cNvPr>
          <p:cNvSpPr txBox="1"/>
          <p:nvPr/>
        </p:nvSpPr>
        <p:spPr>
          <a:xfrm>
            <a:off x="8364397" y="1573313"/>
            <a:ext cx="278668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Insights: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Correlation between cost, discount and rating is very weak (~0.02 – 0.06)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Therefore, Pricing and discount are not strong predictor of rating.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FC6F9A-C2AE-F67D-41F9-0EA80DAC0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62" y="1102660"/>
            <a:ext cx="7310887" cy="444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93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BB76-FECC-BCD6-82F5-703F23B5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b="1" dirty="0">
                <a:solidFill>
                  <a:srgbClr val="C00000"/>
                </a:solidFill>
              </a:rPr>
              <a:t>Basic EDA Questions Code Snippet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FA159-4980-EAA7-509D-95622EA2E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D7E8EB-5A81-5DF2-14AF-2E87F102F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2660"/>
            <a:ext cx="10422147" cy="5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35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C8D6-3A50-CE1D-F540-6B82441A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2700" b="1" dirty="0">
                <a:solidFill>
                  <a:srgbClr val="C00000"/>
                </a:solidFill>
              </a:rPr>
              <a:t>Business Insights</a:t>
            </a:r>
            <a:br>
              <a:rPr lang="en-US" sz="2700" b="1" dirty="0"/>
            </a:br>
            <a:endParaRPr lang="en-IN" sz="27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5238D-A39A-62C9-B732-101ED4B34F81}"/>
              </a:ext>
            </a:extLst>
          </p:cNvPr>
          <p:cNvSpPr txBox="1"/>
          <p:nvPr/>
        </p:nvSpPr>
        <p:spPr>
          <a:xfrm>
            <a:off x="838199" y="1133427"/>
            <a:ext cx="10433649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EazyDiner strongly focused on metropolitan cities.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Multicuisine restaurants dominate platform.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Most restaurants are mid-priced.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Ratings generally high across cities.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Discounts do not significantly impact ratings.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Tier-2 cities offer growth opportunity.</a:t>
            </a:r>
          </a:p>
        </p:txBody>
      </p:sp>
    </p:spTree>
    <p:extLst>
      <p:ext uri="{BB962C8B-B14F-4D97-AF65-F5344CB8AC3E}">
        <p14:creationId xmlns:p14="http://schemas.microsoft.com/office/powerpoint/2010/main" val="3294856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2A79-21D0-7719-7584-755DC235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58" y="741504"/>
            <a:ext cx="8101405" cy="62457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Conclusion</a:t>
            </a:r>
            <a:r>
              <a:rPr lang="en-US" b="1" dirty="0">
                <a:solidFill>
                  <a:srgbClr val="E01F26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335AD-8300-A075-B6B0-684200400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1929"/>
            <a:ext cx="10515600" cy="5074304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2000" dirty="0">
                <a:latin typeface="+mn-lt"/>
              </a:rPr>
              <a:t>The analysis shows that pricing does not strongly influence ratings.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Customer satisfaction is consistent across cities.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Expansion into Tier-2 cities can increase platform reach.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Focus should be on quality and partner onboarding rather than heavy discounting.</a:t>
            </a:r>
          </a:p>
        </p:txBody>
      </p:sp>
    </p:spTree>
    <p:extLst>
      <p:ext uri="{BB962C8B-B14F-4D97-AF65-F5344CB8AC3E}">
        <p14:creationId xmlns:p14="http://schemas.microsoft.com/office/powerpoint/2010/main" val="1695585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3CA7-E0D9-6572-2E75-AF6D2CDFC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8101405" cy="624578"/>
          </a:xfrm>
        </p:spPr>
        <p:txBody>
          <a:bodyPr anchor="t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Our Experience/Challenges working on this project</a:t>
            </a:r>
            <a:br>
              <a:rPr lang="en-US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B1333-4B51-9CA1-25E0-8D51B3EBC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9899"/>
            <a:ext cx="10515600" cy="4842745"/>
          </a:xfrm>
        </p:spPr>
        <p:txBody>
          <a:bodyPr>
            <a:normAutofit/>
          </a:bodyPr>
          <a:lstStyle/>
          <a:p>
            <a:pPr marL="493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Identifying </a:t>
            </a:r>
            <a:r>
              <a:rPr lang="en-US" sz="2000" dirty="0">
                <a:latin typeface="+mn-lt"/>
              </a:rPr>
              <a:t>correct HTML tags was tricky</a:t>
            </a:r>
          </a:p>
          <a:p>
            <a:pPr marL="493200" indent="-457200">
              <a:lnSpc>
                <a:spcPct val="200000"/>
              </a:lnSpc>
              <a:buAutoNum type="arabicPeriod"/>
            </a:pPr>
            <a:r>
              <a:rPr lang="en-US" sz="2000" dirty="0">
                <a:latin typeface="+mn-lt"/>
              </a:rPr>
              <a:t>Discount extraction required separate logic</a:t>
            </a:r>
          </a:p>
          <a:p>
            <a:pPr marL="493200" indent="-457200">
              <a:lnSpc>
                <a:spcPct val="200000"/>
              </a:lnSpc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000" dirty="0">
                <a:latin typeface="+mn-lt"/>
              </a:rPr>
              <a:t>VG rating extraction was challenging</a:t>
            </a:r>
          </a:p>
          <a:p>
            <a:pPr marL="493200" indent="-457200">
              <a:lnSpc>
                <a:spcPct val="200000"/>
              </a:lnSpc>
              <a:buAutoNum type="arabicPeriod"/>
            </a:pPr>
            <a:r>
              <a:rPr lang="en-US" sz="2000" dirty="0">
                <a:latin typeface="+mn-lt"/>
              </a:rPr>
              <a:t>Cleaning numeric values needed regex</a:t>
            </a:r>
          </a:p>
          <a:p>
            <a:pPr marL="493200" indent="-457200">
              <a:lnSpc>
                <a:spcPct val="200000"/>
              </a:lnSpc>
              <a:buAutoNum type="arabicPeriod"/>
            </a:pPr>
            <a:r>
              <a:rPr lang="en-IN" sz="2000" dirty="0">
                <a:latin typeface="+mn-lt"/>
              </a:rPr>
              <a:t>Correlation interpretation needed care</a:t>
            </a:r>
          </a:p>
          <a:p>
            <a:pPr marL="114300" indent="0">
              <a:buNone/>
            </a:pPr>
            <a:endParaRPr lang="en-IN" dirty="0"/>
          </a:p>
          <a:p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D0470A-C7FE-9C6A-D8C2-AC6A24F98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766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790940" y="2724988"/>
            <a:ext cx="3661836" cy="1408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2499</TotalTime>
  <Words>620</Words>
  <Application>Microsoft Office PowerPoint</Application>
  <PresentationFormat>Widescreen</PresentationFormat>
  <Paragraphs>102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Lato Black</vt:lpstr>
      <vt:lpstr>Libre Baskerville</vt:lpstr>
      <vt:lpstr>Arial</vt:lpstr>
      <vt:lpstr>Calibri</vt:lpstr>
      <vt:lpstr>Office Theme</vt:lpstr>
      <vt:lpstr>PowerPoint Presentation</vt:lpstr>
      <vt:lpstr>PowerPoint Presentation</vt:lpstr>
      <vt:lpstr>Business Problem</vt:lpstr>
      <vt:lpstr>Flow of Entire Code</vt:lpstr>
      <vt:lpstr>Data Collection Process Snippet</vt:lpstr>
      <vt:lpstr>Raw Dataframe</vt:lpstr>
      <vt:lpstr>Dataset(Uncleaned) Summary</vt:lpstr>
      <vt:lpstr>Data Cleaning Code Snippet</vt:lpstr>
      <vt:lpstr>Data Cleaning Steps</vt:lpstr>
      <vt:lpstr>Univariate Analysis: Rating Distribution</vt:lpstr>
      <vt:lpstr>Univariate Analysis: Cost Distribution</vt:lpstr>
      <vt:lpstr>Univariate Analysis: Top Cuisines</vt:lpstr>
      <vt:lpstr>Bivariate Analysis: Rating vs Cost</vt:lpstr>
      <vt:lpstr>Bivariate Analysis: Average Rating by City Code Snippet</vt:lpstr>
      <vt:lpstr>Bivariate Analysis: Average Rating by City</vt:lpstr>
      <vt:lpstr>Bivariate Analysis: Discount vs Rating</vt:lpstr>
      <vt:lpstr>Bivariate Analysis: City vs Cost</vt:lpstr>
      <vt:lpstr>Multivariate Analysis: Correlation Heatmap</vt:lpstr>
      <vt:lpstr>Basic EDA Questions Code Snippet</vt:lpstr>
      <vt:lpstr>Business Insights </vt:lpstr>
      <vt:lpstr>Conclusion  </vt:lpstr>
      <vt:lpstr>Our Experience/Challenges working on this project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ramakrishnakondeti06@gmail.com</cp:lastModifiedBy>
  <cp:revision>10</cp:revision>
  <dcterms:created xsi:type="dcterms:W3CDTF">2021-02-16T05:19:01Z</dcterms:created>
  <dcterms:modified xsi:type="dcterms:W3CDTF">2026-02-16T10:53:11Z</dcterms:modified>
</cp:coreProperties>
</file>